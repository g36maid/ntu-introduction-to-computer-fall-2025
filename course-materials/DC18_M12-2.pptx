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14.xml" ContentType="application/vnd.openxmlformats-officedocument.theme+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13.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9.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presProps.xml" ContentType="application/vnd.openxmlformats-officedocument.presentationml.presProps+xml"/>
  <Override PartName="/ppt/media/image13.png" ContentType="image/png"/>
  <Override PartName="/ppt/media/image18.png" ContentType="image/png"/>
  <Override PartName="/ppt/media/image20.png" ContentType="image/png"/>
  <Override PartName="/ppt/media/image17.png" ContentType="image/png"/>
  <Override PartName="/ppt/media/image11.png" ContentType="image/png"/>
  <Override PartName="/ppt/media/image22.png" ContentType="image/png"/>
  <Override PartName="/ppt/media/image12.png" ContentType="image/png"/>
  <Override PartName="/ppt/media/image21.png" ContentType="image/png"/>
  <Override PartName="/ppt/media/image4.png" ContentType="image/png"/>
  <Override PartName="/ppt/media/image19.png" ContentType="image/png"/>
  <Override PartName="/ppt/media/image14.png" ContentType="image/png"/>
  <Override PartName="/ppt/media/image5.png" ContentType="image/png"/>
  <Override PartName="/ppt/media/image15.png" ContentType="image/png"/>
  <Override PartName="/ppt/media/image9.png" ContentType="image/png"/>
  <Override PartName="/ppt/media/image6.png" ContentType="image/png"/>
  <Override PartName="/ppt/media/image1.png" ContentType="image/png"/>
  <Override PartName="/ppt/media/image10.png" ContentType="image/png"/>
  <Override PartName="/ppt/media/image16.png" ContentType="image/png"/>
  <Override PartName="/ppt/media/image8.png" ContentType="image/png"/>
  <Override PartName="/ppt/media/image7.png" ContentType="image/png"/>
  <Override PartName="/ppt/media/image3.png" ContentType="image/png"/>
  <Override PartName="/ppt/media/image23.png" ContentType="image/png"/>
  <Override PartName="/ppt/media/image2.png" ContentType="image/png"/>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6.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49.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50.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52.xml" ContentType="application/vnd.openxmlformats-officedocument.presentationml.slide+xml"/>
  <Override PartName="/ppt/slides/slide14.xml" ContentType="application/vnd.openxmlformats-officedocument.presentationml.slide+xml"/>
  <Override PartName="/ppt/slides/slide5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42.xml" ContentType="application/vnd.openxmlformats-officedocument.presentationml.slide+xml"/>
  <Override PartName="/ppt/slides/slide53.xml" ContentType="application/vnd.openxmlformats-officedocument.presentationml.slide+xml"/>
  <Override PartName="/ppt/slides/slide24.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54.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_rels/slide19.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8.xml.rels" ContentType="application/vnd.openxmlformats-package.relationships+xml"/>
  <Override PartName="/ppt/slides/_rels/slide23.xml.rels" ContentType="application/vnd.openxmlformats-package.relationships+xml"/>
  <Override PartName="/ppt/slides/_rels/slide30.xml.rels" ContentType="application/vnd.openxmlformats-package.relationships+xml"/>
  <Override PartName="/ppt/slides/_rels/slide32.xml.rels" ContentType="application/vnd.openxmlformats-package.relationships+xml"/>
  <Override PartName="/ppt/slides/_rels/slide36.xml.rels" ContentType="application/vnd.openxmlformats-package.relationships+xml"/>
  <Override PartName="/ppt/slides/_rels/slide21.xml.rels" ContentType="application/vnd.openxmlformats-package.relationships+xml"/>
  <Override PartName="/ppt/slides/_rels/slide54.xml.rels" ContentType="application/vnd.openxmlformats-package.relationships+xml"/>
  <Override PartName="/ppt/slides/_rels/slide7.xml.rels" ContentType="application/vnd.openxmlformats-package.relationships+xml"/>
  <Override PartName="/ppt/slides/_rels/slide31.xml.rels" ContentType="application/vnd.openxmlformats-package.relationships+xml"/>
  <Override PartName="/ppt/slides/_rels/slide42.xml.rels" ContentType="application/vnd.openxmlformats-package.relationships+xml"/>
  <Override PartName="/ppt/slides/_rels/slide4.xml.rels" ContentType="application/vnd.openxmlformats-package.relationships+xml"/>
  <Override PartName="/ppt/slides/_rels/slide53.xml.rels" ContentType="application/vnd.openxmlformats-package.relationships+xml"/>
  <Override PartName="/ppt/slides/_rels/slide25.xml.rels" ContentType="application/vnd.openxmlformats-package.relationships+xml"/>
  <Override PartName="/ppt/slides/_rels/slide13.xml.rels" ContentType="application/vnd.openxmlformats-package.relationships+xml"/>
  <Override PartName="/ppt/slides/_rels/slide29.xml.rels" ContentType="application/vnd.openxmlformats-package.relationships+xml"/>
  <Override PartName="/ppt/slides/_rels/slide37.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26.xml.rels" ContentType="application/vnd.openxmlformats-package.relationships+xml"/>
  <Override PartName="/ppt/slides/_rels/slide46.xml.rels" ContentType="application/vnd.openxmlformats-package.relationships+xml"/>
  <Override PartName="/ppt/slides/_rels/slide15.xml.rels" ContentType="application/vnd.openxmlformats-package.relationships+xml"/>
  <Override PartName="/ppt/slides/_rels/slide22.xml.rels" ContentType="application/vnd.openxmlformats-package.relationships+xml"/>
  <Override PartName="/ppt/slides/_rels/slide28.xml.rels" ContentType="application/vnd.openxmlformats-package.relationships+xml"/>
  <Override PartName="/ppt/slides/_rels/slide16.xml.rels" ContentType="application/vnd.openxmlformats-package.relationships+xml"/>
  <Override PartName="/ppt/slides/_rels/slide11.xml.rels" ContentType="application/vnd.openxmlformats-package.relationships+xml"/>
  <Override PartName="/ppt/slides/_rels/slide52.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_rels/slide18.xml.rels" ContentType="application/vnd.openxmlformats-package.relationships+xml"/>
  <Override PartName="/ppt/slides/_rels/slide47.xml.rels" ContentType="application/vnd.openxmlformats-package.relationships+xml"/>
  <Override PartName="/ppt/slides/_rels/slide14.xml.rels" ContentType="application/vnd.openxmlformats-package.relationships+xml"/>
  <Override PartName="/ppt/slides/_rels/slide9.xml.rels" ContentType="application/vnd.openxmlformats-package.relationships+xml"/>
  <Override PartName="/ppt/slides/_rels/slide24.xml.rels" ContentType="application/vnd.openxmlformats-package.relationships+xml"/>
  <Override PartName="/ppt/slides/_rels/slide35.xml.rels" ContentType="application/vnd.openxmlformats-package.relationships+xml"/>
  <Override PartName="/ppt/slides/_rels/slide39.xml.rels" ContentType="application/vnd.openxmlformats-package.relationships+xml"/>
  <Override PartName="/ppt/slides/_rels/slide51.xml.rels" ContentType="application/vnd.openxmlformats-package.relationships+xml"/>
  <Override PartName="/ppt/slides/_rels/slide48.xml.rels" ContentType="application/vnd.openxmlformats-package.relationships+xml"/>
  <Override PartName="/ppt/slides/_rels/slide27.xml.rels" ContentType="application/vnd.openxmlformats-package.relationships+xml"/>
  <Override PartName="/ppt/slides/_rels/slide38.xml.rels" ContentType="application/vnd.openxmlformats-package.relationships+xml"/>
  <Override PartName="/ppt/slides/_rels/slide3.xml.rels" ContentType="application/vnd.openxmlformats-package.relationships+xml"/>
  <Override PartName="/ppt/slides/_rels/slide34.xml.rels" ContentType="application/vnd.openxmlformats-package.relationships+xml"/>
  <Override PartName="/ppt/slides/_rels/slide20.xml.rels" ContentType="application/vnd.openxmlformats-package.relationships+xml"/>
  <Override PartName="/ppt/slides/_rels/slide12.xml.rels" ContentType="application/vnd.openxmlformats-package.relationships+xml"/>
  <Override PartName="/ppt/slides/_rels/slide49.xml.rels" ContentType="application/vnd.openxmlformats-package.relationships+xml"/>
  <Override PartName="/ppt/slides/_rels/slide45.xml.rels" ContentType="application/vnd.openxmlformats-package.relationships+xml"/>
  <Override PartName="/ppt/slides/_rels/slide33.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50.xml.rels" ContentType="application/vnd.openxmlformats-package.relationships+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notesSlides/_rels/notesSlide38.xml.rels" ContentType="application/vnd.openxmlformats-package.relationships+xml"/>
  <Override PartName="/ppt/notesSlides/_rels/notesSlide37.xml.rels" ContentType="application/vnd.openxmlformats-package.relationships+xml"/>
  <Override PartName="/ppt/notesSlides/_rels/notesSlide35.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15.xml.rels" ContentType="application/vnd.openxmlformats-package.relationships+xml"/>
  <Override PartName="/ppt/notesSlides/_rels/notesSlide36.xml.rels" ContentType="application/vnd.openxmlformats-package.relationships+xml"/>
  <Override PartName="/ppt/notesSlides/_rels/notesSlide16.xml.rels" ContentType="application/vnd.openxmlformats-package.relationships+xml"/>
  <Override PartName="/ppt/notesSlides/_rels/notesSlide1.xml.rels" ContentType="application/vnd.openxmlformats-package.relationships+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35.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1.xml" ContentType="application/vnd.openxmlformats-officedocument.presentationml.notesSlide+xml"/>
  <Override PartName="/ppt/notesSlides/notesSlide34.xml" ContentType="application/vnd.openxmlformats-officedocument.presentationml.notesSlide+xml"/>
  <Override PartName="/ppt/notesSlides/notesSlide3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2400" strike="noStrike" u="none">
                <a:solidFill>
                  <a:schemeClr val="dk1"/>
                </a:solidFill>
                <a:effectLst/>
                <a:uFillTx/>
                <a:latin typeface="Arial"/>
              </a:rPr>
              <a:t>Click to move the slide</a:t>
            </a:r>
            <a:endParaRPr b="0" lang="en-US" sz="2400" strike="noStrike" u="none">
              <a:solidFill>
                <a:schemeClr val="dk1"/>
              </a:solidFill>
              <a:effectLst/>
              <a:uFillTx/>
              <a:latin typeface="Arial"/>
            </a:endParaRPr>
          </a:p>
        </p:txBody>
      </p:sp>
      <p:sp>
        <p:nvSpPr>
          <p:cNvPr id="13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34"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35" name="PlaceHolder 4"/>
          <p:cNvSpPr>
            <a:spLocks noGrp="1"/>
          </p:cNvSpPr>
          <p:nvPr>
            <p:ph type="dt" idx="2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36" name="PlaceHolder 5"/>
          <p:cNvSpPr>
            <a:spLocks noGrp="1"/>
          </p:cNvSpPr>
          <p:nvPr>
            <p:ph type="ftr" idx="2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7" name="PlaceHolder 6"/>
          <p:cNvSpPr>
            <a:spLocks noGrp="1"/>
          </p:cNvSpPr>
          <p:nvPr>
            <p:ph type="sldNum" idx="2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0F18048D-1DDC-496F-9E83-01FF7F568CD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1143000" y="685800"/>
            <a:ext cx="4571640" cy="3428640"/>
          </a:xfrm>
          <a:prstGeom prst="rect">
            <a:avLst/>
          </a:prstGeom>
          <a:ln w="0">
            <a:noFill/>
          </a:ln>
        </p:spPr>
      </p:sp>
      <p:sp>
        <p:nvSpPr>
          <p:cNvPr id="28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88" name="PlaceHolder 3"/>
          <p:cNvSpPr>
            <a:spLocks noGrp="1"/>
          </p:cNvSpPr>
          <p:nvPr>
            <p:ph type="sldNum" idx="2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US" sz="1200" strike="noStrike" u="none">
                <a:solidFill>
                  <a:schemeClr val="dk1"/>
                </a:solidFill>
                <a:effectLst/>
                <a:uFillTx/>
                <a:latin typeface="Calibri"/>
                <a:ea typeface="MS PGothic"/>
              </a:defRPr>
            </a:lvl1pPr>
          </a:lstStyle>
          <a:p>
            <a:pPr indent="0" algn="r">
              <a:lnSpc>
                <a:spcPct val="100000"/>
              </a:lnSpc>
              <a:buNone/>
            </a:pPr>
            <a:fld id="{2C8A59EC-30A5-4D73-A576-06F8720DA19E}" type="slidenum">
              <a:rPr b="0" lang="en-US" sz="1200" strike="noStrike" u="none">
                <a:solidFill>
                  <a:schemeClr val="dk1"/>
                </a:solidFill>
                <a:effectLst/>
                <a:uFillTx/>
                <a:latin typeface="Calibri"/>
                <a:ea typeface="MS PGothic"/>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1143000" y="685800"/>
            <a:ext cx="4571640" cy="3428640"/>
          </a:xfrm>
          <a:prstGeom prst="rect">
            <a:avLst/>
          </a:prstGeom>
          <a:ln w="0">
            <a:noFill/>
          </a:ln>
        </p:spPr>
      </p:sp>
      <p:sp>
        <p:nvSpPr>
          <p:cNvPr id="29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91" name="PlaceHolder 3"/>
          <p:cNvSpPr>
            <a:spLocks noGrp="1"/>
          </p:cNvSpPr>
          <p:nvPr>
            <p:ph type="sldNum" idx="2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US" sz="1200" strike="noStrike" u="none">
                <a:solidFill>
                  <a:schemeClr val="dk1"/>
                </a:solidFill>
                <a:effectLst/>
                <a:uFillTx/>
                <a:latin typeface="Arial"/>
                <a:ea typeface="ＭＳ Ｐゴシック"/>
              </a:defRPr>
            </a:lvl1pPr>
          </a:lstStyle>
          <a:p>
            <a:pPr indent="0" algn="r">
              <a:lnSpc>
                <a:spcPct val="100000"/>
              </a:lnSpc>
              <a:buNone/>
            </a:pPr>
            <a:fld id="{EA703867-7DEB-4B09-9C8B-857461E93025}" type="slidenum">
              <a:rPr b="0" lang="en-US" sz="1200" strike="noStrike" u="none">
                <a:solidFill>
                  <a:schemeClr val="dk1"/>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1143000" y="685800"/>
            <a:ext cx="4571640" cy="3428640"/>
          </a:xfrm>
          <a:prstGeom prst="rect">
            <a:avLst/>
          </a:prstGeom>
          <a:ln w="0">
            <a:noFill/>
          </a:ln>
        </p:spPr>
      </p:sp>
      <p:sp>
        <p:nvSpPr>
          <p:cNvPr id="29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94" name="PlaceHolder 3"/>
          <p:cNvSpPr>
            <a:spLocks noGrp="1"/>
          </p:cNvSpPr>
          <p:nvPr>
            <p:ph type="sldNum" idx="2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US" sz="1200" strike="noStrike" u="none">
                <a:solidFill>
                  <a:schemeClr val="dk1"/>
                </a:solidFill>
                <a:effectLst/>
                <a:uFillTx/>
                <a:latin typeface="Arial"/>
                <a:ea typeface="ＭＳ Ｐゴシック"/>
              </a:defRPr>
            </a:lvl1pPr>
          </a:lstStyle>
          <a:p>
            <a:pPr indent="0" algn="r">
              <a:lnSpc>
                <a:spcPct val="100000"/>
              </a:lnSpc>
              <a:buNone/>
            </a:pPr>
            <a:fld id="{37D2B293-A68E-43A6-BA58-4F2245E0076B}" type="slidenum">
              <a:rPr b="0" lang="en-US" sz="1200" strike="noStrike" u="none">
                <a:solidFill>
                  <a:schemeClr val="dk1"/>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1143000" y="685800"/>
            <a:ext cx="4571640" cy="3428640"/>
          </a:xfrm>
          <a:prstGeom prst="rect">
            <a:avLst/>
          </a:prstGeom>
          <a:ln w="0">
            <a:noFill/>
          </a:ln>
        </p:spPr>
      </p:sp>
      <p:sp>
        <p:nvSpPr>
          <p:cNvPr id="29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97" name="PlaceHolder 3"/>
          <p:cNvSpPr>
            <a:spLocks noGrp="1"/>
          </p:cNvSpPr>
          <p:nvPr>
            <p:ph type="sldNum" idx="2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US" sz="1200" strike="noStrike" u="none">
                <a:solidFill>
                  <a:schemeClr val="dk1"/>
                </a:solidFill>
                <a:effectLst/>
                <a:uFillTx/>
                <a:latin typeface="Arial"/>
                <a:ea typeface="ＭＳ Ｐゴシック"/>
              </a:defRPr>
            </a:lvl1pPr>
          </a:lstStyle>
          <a:p>
            <a:pPr indent="0" algn="r">
              <a:lnSpc>
                <a:spcPct val="100000"/>
              </a:lnSpc>
              <a:buNone/>
            </a:pPr>
            <a:fld id="{38DE976A-E79E-4441-839F-E5454837D5EF}" type="slidenum">
              <a:rPr b="0" lang="en-US" sz="1200" strike="noStrike" u="none">
                <a:solidFill>
                  <a:schemeClr val="dk1"/>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1143000" y="685800"/>
            <a:ext cx="4571640" cy="3428640"/>
          </a:xfrm>
          <a:prstGeom prst="rect">
            <a:avLst/>
          </a:prstGeom>
          <a:ln w="0">
            <a:noFill/>
          </a:ln>
        </p:spPr>
      </p:sp>
      <p:sp>
        <p:nvSpPr>
          <p:cNvPr id="29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0" name="PlaceHolder 3"/>
          <p:cNvSpPr>
            <a:spLocks noGrp="1"/>
          </p:cNvSpPr>
          <p:nvPr>
            <p:ph type="sldNum" idx="2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US" sz="1200" strike="noStrike" u="none">
                <a:solidFill>
                  <a:schemeClr val="dk1"/>
                </a:solidFill>
                <a:effectLst/>
                <a:uFillTx/>
                <a:latin typeface="Arial"/>
                <a:ea typeface="ＭＳ Ｐゴシック"/>
              </a:defRPr>
            </a:lvl1pPr>
          </a:lstStyle>
          <a:p>
            <a:pPr indent="0" algn="r">
              <a:lnSpc>
                <a:spcPct val="100000"/>
              </a:lnSpc>
              <a:buNone/>
            </a:pPr>
            <a:fld id="{4C0B86AB-9E98-4247-A960-62E8D693681D}" type="slidenum">
              <a:rPr b="0" lang="en-US" sz="1200" strike="noStrike" u="none">
                <a:solidFill>
                  <a:schemeClr val="dk1"/>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Img"/>
          </p:nvPr>
        </p:nvSpPr>
        <p:spPr>
          <a:xfrm>
            <a:off x="1143000" y="685800"/>
            <a:ext cx="4571640" cy="3428640"/>
          </a:xfrm>
          <a:prstGeom prst="rect">
            <a:avLst/>
          </a:prstGeom>
          <a:ln w="0">
            <a:noFill/>
          </a:ln>
        </p:spPr>
      </p:sp>
      <p:sp>
        <p:nvSpPr>
          <p:cNvPr id="30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3" name="PlaceHolder 3"/>
          <p:cNvSpPr>
            <a:spLocks noGrp="1"/>
          </p:cNvSpPr>
          <p:nvPr>
            <p:ph type="sldNum" idx="2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US" sz="1200" strike="noStrike" u="none">
                <a:solidFill>
                  <a:schemeClr val="dk1"/>
                </a:solidFill>
                <a:effectLst/>
                <a:uFillTx/>
                <a:latin typeface="Arial"/>
                <a:ea typeface="ＭＳ Ｐゴシック"/>
              </a:defRPr>
            </a:lvl1pPr>
          </a:lstStyle>
          <a:p>
            <a:pPr indent="0" algn="r">
              <a:lnSpc>
                <a:spcPct val="100000"/>
              </a:lnSpc>
              <a:buNone/>
            </a:pPr>
            <a:fld id="{7FF36737-38A8-43B3-817D-C79175F5CDA0}" type="slidenum">
              <a:rPr b="0" lang="en-US" sz="1200" strike="noStrike" u="none">
                <a:solidFill>
                  <a:schemeClr val="dk1"/>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1143000" y="685800"/>
            <a:ext cx="4571640" cy="3428640"/>
          </a:xfrm>
          <a:prstGeom prst="rect">
            <a:avLst/>
          </a:prstGeom>
          <a:ln w="0">
            <a:noFill/>
          </a:ln>
        </p:spPr>
      </p:sp>
      <p:sp>
        <p:nvSpPr>
          <p:cNvPr id="30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6" name="PlaceHolder 3"/>
          <p:cNvSpPr>
            <a:spLocks noGrp="1"/>
          </p:cNvSpPr>
          <p:nvPr>
            <p:ph type="sldNum" idx="3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US" sz="1200" strike="noStrike" u="none">
                <a:solidFill>
                  <a:schemeClr val="dk1"/>
                </a:solidFill>
                <a:effectLst/>
                <a:uFillTx/>
                <a:latin typeface="Arial"/>
                <a:ea typeface="ＭＳ Ｐゴシック"/>
              </a:defRPr>
            </a:lvl1pPr>
          </a:lstStyle>
          <a:p>
            <a:pPr indent="0" algn="r">
              <a:lnSpc>
                <a:spcPct val="100000"/>
              </a:lnSpc>
              <a:buNone/>
            </a:pPr>
            <a:fld id="{03DD3AF0-0DD4-465A-9FEC-892A5EF96838}" type="slidenum">
              <a:rPr b="0" lang="en-US" sz="1200" strike="noStrike" u="none">
                <a:solidFill>
                  <a:schemeClr val="dk1"/>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1143000" y="685800"/>
            <a:ext cx="4571640" cy="3428640"/>
          </a:xfrm>
          <a:prstGeom prst="rect">
            <a:avLst/>
          </a:prstGeom>
          <a:ln w="0">
            <a:noFill/>
          </a:ln>
        </p:spPr>
      </p:sp>
      <p:sp>
        <p:nvSpPr>
          <p:cNvPr id="30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9" name="PlaceHolder 3"/>
          <p:cNvSpPr>
            <a:spLocks noGrp="1"/>
          </p:cNvSpPr>
          <p:nvPr>
            <p:ph type="sldNum" idx="3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US" sz="1200" strike="noStrike" u="none">
                <a:solidFill>
                  <a:schemeClr val="dk1"/>
                </a:solidFill>
                <a:effectLst/>
                <a:uFillTx/>
                <a:latin typeface="Arial"/>
                <a:ea typeface="ＭＳ Ｐゴシック"/>
              </a:defRPr>
            </a:lvl1pPr>
          </a:lstStyle>
          <a:p>
            <a:pPr indent="0" algn="r">
              <a:lnSpc>
                <a:spcPct val="100000"/>
              </a:lnSpc>
              <a:buNone/>
            </a:pPr>
            <a:fld id="{D714B4B0-79AE-40DA-BDAB-0C4061624399}" type="slidenum">
              <a:rPr b="0" lang="en-US" sz="1200" strike="noStrike" u="none">
                <a:solidFill>
                  <a:schemeClr val="dk1"/>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Img"/>
          </p:nvPr>
        </p:nvSpPr>
        <p:spPr>
          <a:xfrm>
            <a:off x="1143000" y="685800"/>
            <a:ext cx="4571640" cy="3428640"/>
          </a:xfrm>
          <a:prstGeom prst="rect">
            <a:avLst/>
          </a:prstGeom>
          <a:ln w="0">
            <a:noFill/>
          </a:ln>
        </p:spPr>
      </p:sp>
      <p:sp>
        <p:nvSpPr>
          <p:cNvPr id="31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12" name="PlaceHolder 3"/>
          <p:cNvSpPr>
            <a:spLocks noGrp="1"/>
          </p:cNvSpPr>
          <p:nvPr>
            <p:ph type="sldNum" idx="3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US" sz="1200" strike="noStrike" u="none">
                <a:solidFill>
                  <a:schemeClr val="dk1"/>
                </a:solidFill>
                <a:effectLst/>
                <a:uFillTx/>
                <a:latin typeface="Arial"/>
                <a:ea typeface="ＭＳ Ｐゴシック"/>
              </a:defRPr>
            </a:lvl1pPr>
          </a:lstStyle>
          <a:p>
            <a:pPr indent="0" algn="r">
              <a:lnSpc>
                <a:spcPct val="100000"/>
              </a:lnSpc>
              <a:buNone/>
            </a:pPr>
            <a:fld id="{DF8E70A6-C1CA-4F01-84ED-22F94ADEBE2E}" type="slidenum">
              <a:rPr b="0" lang="en-US" sz="1200" strike="noStrike" u="none">
                <a:solidFill>
                  <a:schemeClr val="dk1"/>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ter Opener">
    <p:bg>
      <p:bgPr>
        <a:solidFill>
          <a:srgbClr val="ffffff"/>
        </a:solidFill>
      </p:bgPr>
    </p:bg>
    <p:spTree>
      <p:nvGrpSpPr>
        <p:cNvPr id="1" name=""/>
        <p:cNvGrpSpPr/>
        <p:nvPr/>
      </p:nvGrpSpPr>
      <p:grpSpPr>
        <a:xfrm>
          <a:off x="0" y="0"/>
          <a:ext cx="0" cy="0"/>
          <a:chOff x="0" y="0"/>
          <a:chExt cx="0" cy="0"/>
        </a:xfrm>
      </p:grpSpPr>
      <p:sp>
        <p:nvSpPr>
          <p:cNvPr id="2" name="Rectangle 6" hidden="1"/>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3" name="Rectangle 13" hidden="1"/>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4" name="Picture 2" descr=""/>
          <p:cNvPicPr/>
          <p:nvPr/>
        </p:nvPicPr>
        <p:blipFill>
          <a:blip r:embed="rId2"/>
          <a:stretch/>
        </p:blipFill>
        <p:spPr>
          <a:xfrm>
            <a:off x="76320" y="6372360"/>
            <a:ext cx="1361880" cy="409320"/>
          </a:xfrm>
          <a:prstGeom prst="rect">
            <a:avLst/>
          </a:prstGeom>
          <a:noFill/>
          <a:ln w="0">
            <a:noFill/>
          </a:ln>
        </p:spPr>
      </p:pic>
      <p:sp>
        <p:nvSpPr>
          <p:cNvPr id="5" name="Copyright" hidden="1"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6" name="Rectangle 7"/>
          <p:cNvSpPr/>
          <p:nvPr/>
        </p:nvSpPr>
        <p:spPr>
          <a:xfrm>
            <a:off x="0" y="0"/>
            <a:ext cx="9143640" cy="137124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7" name="Rectangle 11"/>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8" name="PlaceHolder 1"/>
          <p:cNvSpPr>
            <a:spLocks noGrp="1"/>
          </p:cNvSpPr>
          <p:nvPr>
            <p:ph type="title"/>
          </p:nvPr>
        </p:nvSpPr>
        <p:spPr>
          <a:xfrm>
            <a:off x="457200" y="228600"/>
            <a:ext cx="8229240" cy="622440"/>
          </a:xfrm>
          <a:prstGeom prst="rect">
            <a:avLst/>
          </a:prstGeom>
          <a:solidFill>
            <a:srgbClr val="8a288f"/>
          </a:solidFill>
          <a:ln w="0">
            <a:noFill/>
          </a:ln>
        </p:spPr>
        <p:txBody>
          <a:bodyPr numCol="1" spcCol="0" lIns="91440" rIns="91440" tIns="45720" bIns="45720" anchor="t">
            <a:noAutofit/>
          </a:bodyPr>
          <a:p>
            <a:pPr indent="0" algn="ctr">
              <a:lnSpc>
                <a:spcPct val="100000"/>
              </a:lnSpc>
              <a:buNone/>
            </a:pPr>
            <a:r>
              <a:rPr b="0" lang="en-US" sz="3600" strike="noStrike" u="none">
                <a:solidFill>
                  <a:schemeClr val="lt1"/>
                </a:solidFill>
                <a:effectLst/>
                <a:uFillTx/>
                <a:latin typeface="Arial"/>
                <a:ea typeface="Verdana"/>
              </a:rPr>
              <a:t>Click to edit Master title style</a:t>
            </a:r>
            <a:endParaRPr b="0" lang="en-US" sz="3600" strike="noStrike" u="none">
              <a:solidFill>
                <a:schemeClr val="dk1"/>
              </a:solidFill>
              <a:effectLst/>
              <a:uFillTx/>
              <a:latin typeface="Arial"/>
            </a:endParaRPr>
          </a:p>
        </p:txBody>
      </p:sp>
      <p:sp>
        <p:nvSpPr>
          <p:cNvPr id="9" name="PlaceHolder 2"/>
          <p:cNvSpPr>
            <a:spLocks noGrp="1"/>
          </p:cNvSpPr>
          <p:nvPr>
            <p:ph type="body"/>
          </p:nvPr>
        </p:nvSpPr>
        <p:spPr>
          <a:xfrm>
            <a:off x="457200" y="816480"/>
            <a:ext cx="8229240" cy="47844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US" sz="2400" strike="noStrike" u="none">
                <a:solidFill>
                  <a:schemeClr val="lt1"/>
                </a:solidFill>
                <a:effectLst/>
                <a:uFillTx/>
                <a:latin typeface="Arial"/>
                <a:ea typeface="Verdana"/>
              </a:rPr>
              <a:t>Click to edit Master text styles</a:t>
            </a:r>
            <a:endParaRPr b="0" lang="en-US" sz="2400" strike="noStrike" u="none">
              <a:solidFill>
                <a:schemeClr val="dk1"/>
              </a:solidFill>
              <a:effectLst/>
              <a:uFillTx/>
              <a:latin typeface="Arial"/>
            </a:endParaRPr>
          </a:p>
        </p:txBody>
      </p:sp>
      <p:sp>
        <p:nvSpPr>
          <p:cNvPr id="10" name="PlaceHolder 3"/>
          <p:cNvSpPr>
            <a:spLocks noGrp="1"/>
          </p:cNvSpPr>
          <p:nvPr>
            <p:ph type="body"/>
          </p:nvPr>
        </p:nvSpPr>
        <p:spPr>
          <a:xfrm>
            <a:off x="5029200" y="1600200"/>
            <a:ext cx="3657240" cy="1599840"/>
          </a:xfrm>
          <a:prstGeom prst="rect">
            <a:avLst/>
          </a:prstGeom>
          <a:noFill/>
          <a:ln w="0">
            <a:noFill/>
          </a:ln>
        </p:spPr>
        <p:txBody>
          <a:bodyPr numCol="1" spcCol="0" lIns="91440" rIns="91440" tIns="45720" bIns="45720" anchor="b">
            <a:noAutofit/>
          </a:bodyPr>
          <a:p>
            <a:pPr indent="0">
              <a:lnSpc>
                <a:spcPct val="100000"/>
              </a:lnSpc>
              <a:buNone/>
              <a:tabLst>
                <a:tab algn="l" pos="0"/>
              </a:tabLst>
            </a:pPr>
            <a:r>
              <a:rPr b="0" lang="en-US" sz="4400" strike="noStrike" u="none">
                <a:solidFill>
                  <a:schemeClr val="dk1"/>
                </a:solidFill>
                <a:effectLst/>
                <a:uFillTx/>
                <a:latin typeface="Arial"/>
                <a:ea typeface="Verdana"/>
              </a:rPr>
              <a:t>Click to edit Master text styles</a:t>
            </a:r>
            <a:endParaRPr b="0" lang="en-US" sz="4400" strike="noStrike" u="none">
              <a:solidFill>
                <a:schemeClr val="dk1"/>
              </a:solidFill>
              <a:effectLst/>
              <a:uFillTx/>
              <a:latin typeface="Arial"/>
            </a:endParaRPr>
          </a:p>
        </p:txBody>
      </p:sp>
      <p:sp>
        <p:nvSpPr>
          <p:cNvPr id="11" name="PlaceHolder 4"/>
          <p:cNvSpPr>
            <a:spLocks noGrp="1"/>
          </p:cNvSpPr>
          <p:nvPr>
            <p:ph type="body"/>
          </p:nvPr>
        </p:nvSpPr>
        <p:spPr>
          <a:xfrm>
            <a:off x="5029200" y="3200400"/>
            <a:ext cx="3657240" cy="292536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US" sz="2800" strike="noStrike" u="none">
                <a:solidFill>
                  <a:schemeClr val="dk1"/>
                </a:solidFill>
                <a:effectLst/>
                <a:uFillTx/>
                <a:latin typeface="Arial"/>
                <a:ea typeface="Verdana"/>
              </a:rPr>
              <a:t>Click to edit Master text styles</a:t>
            </a:r>
            <a:endParaRPr b="0" lang="en-US" sz="2800" strike="noStrike" u="none">
              <a:solidFill>
                <a:schemeClr val="dk1"/>
              </a:solidFill>
              <a:effectLst/>
              <a:uFillTx/>
              <a:latin typeface="Arial"/>
            </a:endParaRPr>
          </a:p>
        </p:txBody>
      </p:sp>
      <p:sp>
        <p:nvSpPr>
          <p:cNvPr id="12" name="PlaceHolder 5"/>
          <p:cNvSpPr>
            <a:spLocks noGrp="1"/>
          </p:cNvSpPr>
          <p:nvPr>
            <p:ph type="body"/>
          </p:nvPr>
        </p:nvSpPr>
        <p:spPr>
          <a:xfrm>
            <a:off x="1600200" y="6285240"/>
            <a:ext cx="7543440" cy="572400"/>
          </a:xfrm>
          <a:prstGeom prst="rect">
            <a:avLst/>
          </a:prstGeom>
          <a:solidFill>
            <a:srgbClr val="8a288f"/>
          </a:solidFill>
          <a:ln w="0">
            <a:noFill/>
          </a:ln>
        </p:spPr>
        <p:txBody>
          <a:bodyPr numCol="1" spcCol="0" lIns="91440" rIns="91440" tIns="45720" bIns="45720" anchor="t">
            <a:noAutofit/>
          </a:bodyPr>
          <a:p>
            <a:pPr marL="343080" indent="-343080" algn="ctr">
              <a:lnSpc>
                <a:spcPct val="100000"/>
              </a:lnSpc>
              <a:spcBef>
                <a:spcPts val="221"/>
              </a:spcBef>
              <a:buClr>
                <a:srgbClr val="8a288f"/>
              </a:buClr>
              <a:buFont typeface="Arial"/>
              <a:buChar char="•"/>
            </a:pPr>
            <a:r>
              <a:rPr b="0" lang="en-US" sz="1100" strike="noStrike" u="none">
                <a:solidFill>
                  <a:schemeClr val="dk1"/>
                </a:solidFill>
                <a:effectLst/>
                <a:uFillTx/>
                <a:latin typeface="Arial"/>
                <a:ea typeface="Verdana"/>
              </a:rPr>
              <a:t>Click to edit Master text styles</a:t>
            </a:r>
            <a:endParaRPr b="0" lang="en-US" sz="1100" strike="noStrike" u="none">
              <a:solidFill>
                <a:schemeClr val="dk1"/>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7_Title and Content">
    <p:bg>
      <p:bgPr>
        <a:solidFill>
          <a:srgbClr val="ffffff"/>
        </a:solidFill>
      </p:bgPr>
    </p:bg>
    <p:spTree>
      <p:nvGrpSpPr>
        <p:cNvPr id="1" name=""/>
        <p:cNvGrpSpPr/>
        <p:nvPr/>
      </p:nvGrpSpPr>
      <p:grpSpPr>
        <a:xfrm>
          <a:off x="0" y="0"/>
          <a:ext cx="0" cy="0"/>
          <a:chOff x="0" y="0"/>
          <a:chExt cx="0" cy="0"/>
        </a:xfrm>
      </p:grpSpPr>
      <p:sp>
        <p:nvSpPr>
          <p:cNvPr id="13" name="Rectangle 6"/>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14" name="Rectangle 13"/>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15" name="Picture 2" descr=""/>
          <p:cNvPicPr/>
          <p:nvPr/>
        </p:nvPicPr>
        <p:blipFill>
          <a:blip r:embed="rId2"/>
          <a:stretch/>
        </p:blipFill>
        <p:spPr>
          <a:xfrm>
            <a:off x="76320" y="6372360"/>
            <a:ext cx="1361880" cy="409320"/>
          </a:xfrm>
          <a:prstGeom prst="rect">
            <a:avLst/>
          </a:prstGeom>
          <a:noFill/>
          <a:ln w="0">
            <a:noFill/>
          </a:ln>
        </p:spPr>
      </p:pic>
      <p:sp>
        <p:nvSpPr>
          <p:cNvPr id="16" name="Copyright"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17"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rPr>
              <a:t>Click to edit Master title style</a:t>
            </a:r>
            <a:endParaRPr b="0" lang="en-US" sz="3600" strike="noStrike" u="none">
              <a:solidFill>
                <a:schemeClr val="dk1"/>
              </a:solidFill>
              <a:effectLst/>
              <a:uFillTx/>
              <a:latin typeface="Arial"/>
            </a:endParaRPr>
          </a:p>
        </p:txBody>
      </p:sp>
      <p:sp>
        <p:nvSpPr>
          <p:cNvPr id="18" name="PlaceHolder 2"/>
          <p:cNvSpPr>
            <a:spLocks noGrp="1"/>
          </p:cNvSpPr>
          <p:nvPr>
            <p:ph type="body"/>
          </p:nvPr>
        </p:nvSpPr>
        <p:spPr>
          <a:xfrm>
            <a:off x="152280" y="1600200"/>
            <a:ext cx="8838720" cy="46479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Click to edit Master text styles</a:t>
            </a:r>
            <a:endParaRPr b="0" lang="en-US" sz="26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Second level</a:t>
            </a:r>
            <a:endParaRPr b="0" lang="en-US" sz="2400" strike="noStrike" u="none">
              <a:solidFill>
                <a:schemeClr val="dk1"/>
              </a:solidFill>
              <a:effectLst/>
              <a:uFillTx/>
              <a:latin typeface="Arial"/>
            </a:endParaRPr>
          </a:p>
          <a:p>
            <a:pPr lvl="2" marL="1143000" indent="-228600">
              <a:lnSpc>
                <a:spcPct val="100000"/>
              </a:lnSpc>
              <a:spcBef>
                <a:spcPts val="439"/>
              </a:spcBef>
              <a:buClr>
                <a:srgbClr val="8a288f"/>
              </a:buClr>
              <a:buFont typeface="Wingdings" charset="2"/>
              <a:buChar char=""/>
            </a:pPr>
            <a:r>
              <a:rPr b="0" lang="en-US" sz="2200" strike="noStrike" u="none">
                <a:solidFill>
                  <a:schemeClr val="dk1"/>
                </a:solidFill>
                <a:effectLst/>
                <a:uFillTx/>
                <a:latin typeface="Arial"/>
                <a:ea typeface="Verdana"/>
              </a:rPr>
              <a:t>Third level</a:t>
            </a:r>
            <a:endParaRPr b="0" lang="en-US" sz="2200" strike="noStrike" u="none">
              <a:solidFill>
                <a:schemeClr val="dk1"/>
              </a:solidFill>
              <a:effectLst/>
              <a:uFillTx/>
              <a:latin typeface="Arial"/>
            </a:endParaRPr>
          </a:p>
          <a:p>
            <a:pPr lvl="3" marL="1600200" indent="-228600">
              <a:lnSpc>
                <a:spcPct val="100000"/>
              </a:lnSpc>
              <a:spcBef>
                <a:spcPts val="400"/>
              </a:spcBef>
              <a:buClr>
                <a:srgbClr val="8a288f"/>
              </a:buClr>
              <a:buFont typeface="Courier New"/>
              <a:buChar char="o"/>
            </a:pPr>
            <a:r>
              <a:rPr b="0" lang="en-US" sz="2000" strike="noStrike" u="none">
                <a:solidFill>
                  <a:schemeClr val="dk1"/>
                </a:solidFill>
                <a:effectLst/>
                <a:uFillTx/>
                <a:latin typeface="Arial"/>
                <a:ea typeface="Verdana"/>
              </a:rPr>
              <a:t>Fourth level</a:t>
            </a:r>
            <a:endParaRPr b="0" lang="en-US" sz="2000" strike="noStrike" u="none">
              <a:solidFill>
                <a:schemeClr val="dk1"/>
              </a:solidFill>
              <a:effectLst/>
              <a:uFillTx/>
              <a:latin typeface="Arial"/>
            </a:endParaRPr>
          </a:p>
          <a:p>
            <a:pPr lvl="4" marL="2057400" indent="-228600">
              <a:lnSpc>
                <a:spcPct val="100000"/>
              </a:lnSpc>
              <a:spcBef>
                <a:spcPts val="400"/>
              </a:spcBef>
              <a:buClr>
                <a:srgbClr val="8a288f"/>
              </a:buClr>
              <a:buFont typeface="Arial"/>
              <a:buChar char="»"/>
            </a:pPr>
            <a:r>
              <a:rPr b="0" lang="en-US" sz="2000" strike="noStrike" u="none">
                <a:solidFill>
                  <a:schemeClr val="dk1"/>
                </a:solidFill>
                <a:effectLst/>
                <a:uFillTx/>
                <a:latin typeface="Arial"/>
                <a:ea typeface="Verdana"/>
              </a:rPr>
              <a:t>Fifth level</a:t>
            </a:r>
            <a:endParaRPr b="0" lang="en-US" sz="2000" strike="noStrike" u="none">
              <a:solidFill>
                <a:schemeClr val="dk1"/>
              </a:solidFill>
              <a:effectLst/>
              <a:uFillTx/>
              <a:latin typeface="Arial"/>
            </a:endParaRPr>
          </a:p>
        </p:txBody>
      </p:sp>
      <p:sp>
        <p:nvSpPr>
          <p:cNvPr id="19" name="PlaceHolder 3"/>
          <p:cNvSpPr>
            <a:spLocks noGrp="1"/>
          </p:cNvSpPr>
          <p:nvPr>
            <p:ph type="ftr" idx="1"/>
          </p:nvPr>
        </p:nvSpPr>
        <p:spPr>
          <a:xfrm>
            <a:off x="2743200" y="6353280"/>
            <a:ext cx="3809520" cy="456840"/>
          </a:xfrm>
          <a:prstGeom prst="rect">
            <a:avLst/>
          </a:prstGeom>
          <a:noFill/>
          <a:ln w="0">
            <a:noFill/>
          </a:ln>
        </p:spPr>
        <p:txBody>
          <a:bodyPr lIns="90000" rIns="90000" tIns="45000" bIns="45000" anchor="t">
            <a:noAutofit/>
          </a:bodyPr>
          <a:lstStyle>
            <a:lvl1pPr indent="0">
              <a:lnSpc>
                <a:spcPct val="100000"/>
              </a:lnSpc>
              <a:buNone/>
              <a:defRPr b="0" lang="en-US" sz="2400" strike="noStrike" u="none">
                <a:solidFill>
                  <a:schemeClr val="dk1"/>
                </a:solidFill>
                <a:effectLst/>
                <a:uFillTx/>
                <a:latin typeface="Arial"/>
                <a:ea typeface="ＭＳ Ｐゴシック"/>
              </a:defRPr>
            </a:lvl1pPr>
          </a:lstStyle>
          <a:p>
            <a:pPr indent="0">
              <a:lnSpc>
                <a:spcPct val="100000"/>
              </a:lnSpc>
              <a:buNone/>
            </a:pPr>
            <a:r>
              <a:rPr b="0" lang="en-US" sz="2400" strike="noStrike" u="none">
                <a:solidFill>
                  <a:schemeClr val="dk1"/>
                </a:solidFill>
                <a:effectLst/>
                <a:uFillTx/>
                <a:latin typeface="Arial"/>
                <a:ea typeface="ＭＳ Ｐゴシック"/>
              </a:rPr>
              <a:t>&lt;footer&gt;</a:t>
            </a:r>
            <a:endParaRPr b="0" lang="en-US" sz="2400" strike="noStrike" u="none">
              <a:solidFill>
                <a:srgbClr val="000000"/>
              </a:solidFill>
              <a:effectLst/>
              <a:uFillTx/>
              <a:latin typeface="Times New Roman"/>
            </a:endParaRPr>
          </a:p>
        </p:txBody>
      </p:sp>
      <p:sp>
        <p:nvSpPr>
          <p:cNvPr id="20" name="PlaceHolder 4"/>
          <p:cNvSpPr>
            <a:spLocks noGrp="1"/>
          </p:cNvSpPr>
          <p:nvPr>
            <p:ph type="body"/>
          </p:nvPr>
        </p:nvSpPr>
        <p:spPr>
          <a:xfrm>
            <a:off x="152280" y="6400800"/>
            <a:ext cx="1676160" cy="456840"/>
          </a:xfrm>
          <a:prstGeom prst="rect">
            <a:avLst/>
          </a:prstGeom>
          <a:noFill/>
          <a:ln w="0">
            <a:noFill/>
          </a:ln>
        </p:spPr>
        <p:txBody>
          <a:bodyPr numCol="1" spcCol="0" lIns="91440" rIns="91440" tIns="45720" bIns="45720" anchor="t">
            <a:normAutofit/>
          </a:bodyPr>
          <a:p>
            <a:pPr marL="343080" indent="-343080">
              <a:lnSpc>
                <a:spcPct val="100000"/>
              </a:lnSpc>
              <a:spcBef>
                <a:spcPts val="241"/>
              </a:spcBef>
              <a:buNone/>
              <a:tabLst>
                <a:tab algn="l" pos="0"/>
              </a:tabLst>
            </a:pPr>
            <a:r>
              <a:rPr b="0" lang="en-US" sz="1200" strike="noStrike" u="none">
                <a:solidFill>
                  <a:schemeClr val="dk1"/>
                </a:solidFill>
                <a:effectLst/>
                <a:uFillTx/>
                <a:latin typeface="Arial"/>
                <a:ea typeface="Verdana"/>
              </a:rPr>
              <a:t>Page </a:t>
            </a:r>
            <a:endParaRPr b="0" lang="en-US" sz="1200" strike="noStrike" u="none">
              <a:solidFill>
                <a:schemeClr val="dk1"/>
              </a:solidFill>
              <a:effectLst/>
              <a:uFillTx/>
              <a:latin typeface="Arial"/>
            </a:endParaRPr>
          </a:p>
        </p:txBody>
      </p:sp>
      <p:sp>
        <p:nvSpPr>
          <p:cNvPr id="21" name="Rectangle 6"/>
          <p:cNvSpPr/>
          <p:nvPr/>
        </p:nvSpPr>
        <p:spPr>
          <a:xfrm>
            <a:off x="8534520" y="6248520"/>
            <a:ext cx="609120" cy="609120"/>
          </a:xfrm>
          <a:prstGeom prst="rect">
            <a:avLst/>
          </a:prstGeom>
          <a:solidFill>
            <a:srgbClr val="5e8945"/>
          </a:solidFill>
          <a:ln>
            <a:noFill/>
          </a:ln>
          <a:effectLst>
            <a:outerShdw algn="br" blurRad="76320" dir="0" kx="1200000" rotWithShape="0" sy="2300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22" name="PlaceHolder 5"/>
          <p:cNvSpPr>
            <a:spLocks noGrp="1"/>
          </p:cNvSpPr>
          <p:nvPr>
            <p:ph type="sldNum" idx="2"/>
          </p:nvPr>
        </p:nvSpPr>
        <p:spPr>
          <a:xfrm>
            <a:off x="8534520" y="6248520"/>
            <a:ext cx="609120" cy="609120"/>
          </a:xfrm>
          <a:prstGeom prst="rect">
            <a:avLst/>
          </a:prstGeom>
          <a:noFill/>
          <a:ln w="0">
            <a:noFill/>
          </a:ln>
        </p:spPr>
        <p:txBody>
          <a:bodyPr lIns="91440" rIns="91440" tIns="45720" bIns="45720" anchor="ctr">
            <a:noAutofit/>
          </a:bodyPr>
          <a:lstStyle>
            <a:lvl1pPr indent="0" algn="ctr">
              <a:lnSpc>
                <a:spcPct val="100000"/>
              </a:lnSpc>
              <a:buNone/>
              <a:defRPr b="1" lang="en-US" sz="1200" strike="noStrike" u="none">
                <a:solidFill>
                  <a:srgbClr val="eeebca"/>
                </a:solidFill>
                <a:effectLst/>
                <a:uFillTx/>
                <a:latin typeface="Arial"/>
                <a:ea typeface="ＭＳ Ｐゴシック"/>
              </a:defRPr>
            </a:lvl1pPr>
          </a:lstStyle>
          <a:p>
            <a:pPr indent="0" algn="ctr">
              <a:lnSpc>
                <a:spcPct val="100000"/>
              </a:lnSpc>
              <a:buNone/>
            </a:pPr>
            <a:fld id="{564FD5DE-2277-40B6-B45F-F13DBEF5449F}" type="slidenum">
              <a:rPr b="1" lang="en-US" sz="1200" strike="noStrike" u="none">
                <a:solidFill>
                  <a:srgbClr val="eeebca"/>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8_Title and Content">
    <p:bg>
      <p:bgPr>
        <a:solidFill>
          <a:srgbClr val="ffffff"/>
        </a:solidFill>
      </p:bgPr>
    </p:bg>
    <p:spTree>
      <p:nvGrpSpPr>
        <p:cNvPr id="1" name=""/>
        <p:cNvGrpSpPr/>
        <p:nvPr/>
      </p:nvGrpSpPr>
      <p:grpSpPr>
        <a:xfrm>
          <a:off x="0" y="0"/>
          <a:ext cx="0" cy="0"/>
          <a:chOff x="0" y="0"/>
          <a:chExt cx="0" cy="0"/>
        </a:xfrm>
      </p:grpSpPr>
      <p:sp>
        <p:nvSpPr>
          <p:cNvPr id="23" name="Rectangle 6"/>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24" name="Rectangle 13"/>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25" name="Picture 2" descr=""/>
          <p:cNvPicPr/>
          <p:nvPr/>
        </p:nvPicPr>
        <p:blipFill>
          <a:blip r:embed="rId2"/>
          <a:stretch/>
        </p:blipFill>
        <p:spPr>
          <a:xfrm>
            <a:off x="76320" y="6372360"/>
            <a:ext cx="1361880" cy="409320"/>
          </a:xfrm>
          <a:prstGeom prst="rect">
            <a:avLst/>
          </a:prstGeom>
          <a:noFill/>
          <a:ln w="0">
            <a:noFill/>
          </a:ln>
        </p:spPr>
      </p:pic>
      <p:sp>
        <p:nvSpPr>
          <p:cNvPr id="26" name="Copyright"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27"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rPr>
              <a:t>Click to edit Master title style</a:t>
            </a:r>
            <a:endParaRPr b="0" lang="en-US" sz="3600" strike="noStrike" u="none">
              <a:solidFill>
                <a:schemeClr val="dk1"/>
              </a:solidFill>
              <a:effectLst/>
              <a:uFillTx/>
              <a:latin typeface="Arial"/>
            </a:endParaRPr>
          </a:p>
        </p:txBody>
      </p:sp>
      <p:sp>
        <p:nvSpPr>
          <p:cNvPr id="28" name="PlaceHolder 2"/>
          <p:cNvSpPr>
            <a:spLocks noGrp="1"/>
          </p:cNvSpPr>
          <p:nvPr>
            <p:ph type="body"/>
          </p:nvPr>
        </p:nvSpPr>
        <p:spPr>
          <a:xfrm>
            <a:off x="152280" y="1600200"/>
            <a:ext cx="8838720" cy="46479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Click to edit Master text styles</a:t>
            </a:r>
            <a:endParaRPr b="0" lang="en-US" sz="26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Second level</a:t>
            </a:r>
            <a:endParaRPr b="0" lang="en-US" sz="2400" strike="noStrike" u="none">
              <a:solidFill>
                <a:schemeClr val="dk1"/>
              </a:solidFill>
              <a:effectLst/>
              <a:uFillTx/>
              <a:latin typeface="Arial"/>
            </a:endParaRPr>
          </a:p>
          <a:p>
            <a:pPr lvl="2" marL="1143000" indent="-228600">
              <a:lnSpc>
                <a:spcPct val="100000"/>
              </a:lnSpc>
              <a:spcBef>
                <a:spcPts val="439"/>
              </a:spcBef>
              <a:buClr>
                <a:srgbClr val="8a288f"/>
              </a:buClr>
              <a:buFont typeface="Wingdings" charset="2"/>
              <a:buChar char=""/>
            </a:pPr>
            <a:r>
              <a:rPr b="0" lang="en-US" sz="2200" strike="noStrike" u="none">
                <a:solidFill>
                  <a:schemeClr val="dk1"/>
                </a:solidFill>
                <a:effectLst/>
                <a:uFillTx/>
                <a:latin typeface="Arial"/>
                <a:ea typeface="Verdana"/>
              </a:rPr>
              <a:t>Third level</a:t>
            </a:r>
            <a:endParaRPr b="0" lang="en-US" sz="2200" strike="noStrike" u="none">
              <a:solidFill>
                <a:schemeClr val="dk1"/>
              </a:solidFill>
              <a:effectLst/>
              <a:uFillTx/>
              <a:latin typeface="Arial"/>
            </a:endParaRPr>
          </a:p>
          <a:p>
            <a:pPr lvl="3" marL="1600200" indent="-228600">
              <a:lnSpc>
                <a:spcPct val="100000"/>
              </a:lnSpc>
              <a:spcBef>
                <a:spcPts val="400"/>
              </a:spcBef>
              <a:buClr>
                <a:srgbClr val="8a288f"/>
              </a:buClr>
              <a:buFont typeface="Courier New"/>
              <a:buChar char="o"/>
            </a:pPr>
            <a:r>
              <a:rPr b="0" lang="en-US" sz="2000" strike="noStrike" u="none">
                <a:solidFill>
                  <a:schemeClr val="dk1"/>
                </a:solidFill>
                <a:effectLst/>
                <a:uFillTx/>
                <a:latin typeface="Arial"/>
                <a:ea typeface="Verdana"/>
              </a:rPr>
              <a:t>Fourth level</a:t>
            </a:r>
            <a:endParaRPr b="0" lang="en-US" sz="2000" strike="noStrike" u="none">
              <a:solidFill>
                <a:schemeClr val="dk1"/>
              </a:solidFill>
              <a:effectLst/>
              <a:uFillTx/>
              <a:latin typeface="Arial"/>
            </a:endParaRPr>
          </a:p>
          <a:p>
            <a:pPr lvl="4" marL="2057400" indent="-228600">
              <a:lnSpc>
                <a:spcPct val="100000"/>
              </a:lnSpc>
              <a:spcBef>
                <a:spcPts val="400"/>
              </a:spcBef>
              <a:buClr>
                <a:srgbClr val="8a288f"/>
              </a:buClr>
              <a:buFont typeface="Arial"/>
              <a:buChar char="»"/>
            </a:pPr>
            <a:r>
              <a:rPr b="0" lang="en-US" sz="2000" strike="noStrike" u="none">
                <a:solidFill>
                  <a:schemeClr val="dk1"/>
                </a:solidFill>
                <a:effectLst/>
                <a:uFillTx/>
                <a:latin typeface="Arial"/>
                <a:ea typeface="Verdana"/>
              </a:rPr>
              <a:t>Fifth level</a:t>
            </a:r>
            <a:endParaRPr b="0" lang="en-US" sz="2000" strike="noStrike" u="none">
              <a:solidFill>
                <a:schemeClr val="dk1"/>
              </a:solidFill>
              <a:effectLst/>
              <a:uFillTx/>
              <a:latin typeface="Arial"/>
            </a:endParaRPr>
          </a:p>
        </p:txBody>
      </p:sp>
      <p:sp>
        <p:nvSpPr>
          <p:cNvPr id="29" name="PlaceHolder 3"/>
          <p:cNvSpPr>
            <a:spLocks noGrp="1"/>
          </p:cNvSpPr>
          <p:nvPr>
            <p:ph type="ftr" idx="3"/>
          </p:nvPr>
        </p:nvSpPr>
        <p:spPr>
          <a:xfrm>
            <a:off x="2743200" y="6353280"/>
            <a:ext cx="3809520" cy="456840"/>
          </a:xfrm>
          <a:prstGeom prst="rect">
            <a:avLst/>
          </a:prstGeom>
          <a:noFill/>
          <a:ln w="0">
            <a:noFill/>
          </a:ln>
        </p:spPr>
        <p:txBody>
          <a:bodyPr lIns="90000" rIns="90000" tIns="45000" bIns="45000" anchor="t">
            <a:noAutofit/>
          </a:bodyPr>
          <a:lstStyle>
            <a:lvl1pPr indent="0">
              <a:lnSpc>
                <a:spcPct val="100000"/>
              </a:lnSpc>
              <a:buNone/>
              <a:defRPr b="0" lang="en-US" sz="2400" strike="noStrike" u="none">
                <a:solidFill>
                  <a:schemeClr val="dk1"/>
                </a:solidFill>
                <a:effectLst/>
                <a:uFillTx/>
                <a:latin typeface="Arial"/>
                <a:ea typeface="ＭＳ Ｐゴシック"/>
              </a:defRPr>
            </a:lvl1pPr>
          </a:lstStyle>
          <a:p>
            <a:pPr indent="0">
              <a:lnSpc>
                <a:spcPct val="100000"/>
              </a:lnSpc>
              <a:buNone/>
            </a:pPr>
            <a:r>
              <a:rPr b="0" lang="en-US" sz="2400" strike="noStrike" u="none">
                <a:solidFill>
                  <a:schemeClr val="dk1"/>
                </a:solidFill>
                <a:effectLst/>
                <a:uFillTx/>
                <a:latin typeface="Arial"/>
                <a:ea typeface="ＭＳ Ｐゴシック"/>
              </a:rPr>
              <a:t>&lt;footer&gt;</a:t>
            </a:r>
            <a:endParaRPr b="0" lang="en-US" sz="2400" strike="noStrike" u="none">
              <a:solidFill>
                <a:srgbClr val="000000"/>
              </a:solidFill>
              <a:effectLst/>
              <a:uFillTx/>
              <a:latin typeface="Times New Roman"/>
            </a:endParaRPr>
          </a:p>
        </p:txBody>
      </p:sp>
      <p:sp>
        <p:nvSpPr>
          <p:cNvPr id="30" name="PlaceHolder 4"/>
          <p:cNvSpPr>
            <a:spLocks noGrp="1"/>
          </p:cNvSpPr>
          <p:nvPr>
            <p:ph type="body"/>
          </p:nvPr>
        </p:nvSpPr>
        <p:spPr>
          <a:xfrm>
            <a:off x="152280" y="6400800"/>
            <a:ext cx="1676160" cy="456840"/>
          </a:xfrm>
          <a:prstGeom prst="rect">
            <a:avLst/>
          </a:prstGeom>
          <a:noFill/>
          <a:ln w="0">
            <a:noFill/>
          </a:ln>
        </p:spPr>
        <p:txBody>
          <a:bodyPr numCol="1" spcCol="0" lIns="91440" rIns="91440" tIns="45720" bIns="45720" anchor="t">
            <a:normAutofit/>
          </a:bodyPr>
          <a:p>
            <a:pPr marL="343080" indent="-343080">
              <a:lnSpc>
                <a:spcPct val="100000"/>
              </a:lnSpc>
              <a:spcBef>
                <a:spcPts val="241"/>
              </a:spcBef>
              <a:buNone/>
              <a:tabLst>
                <a:tab algn="l" pos="0"/>
              </a:tabLst>
            </a:pPr>
            <a:r>
              <a:rPr b="0" lang="en-US" sz="1200" strike="noStrike" u="none">
                <a:solidFill>
                  <a:schemeClr val="dk1"/>
                </a:solidFill>
                <a:effectLst/>
                <a:uFillTx/>
                <a:latin typeface="Arial"/>
                <a:ea typeface="Verdana"/>
              </a:rPr>
              <a:t>Page </a:t>
            </a:r>
            <a:endParaRPr b="0" lang="en-US" sz="1200" strike="noStrike" u="none">
              <a:solidFill>
                <a:schemeClr val="dk1"/>
              </a:solidFill>
              <a:effectLst/>
              <a:uFillTx/>
              <a:latin typeface="Arial"/>
            </a:endParaRPr>
          </a:p>
        </p:txBody>
      </p:sp>
      <p:sp>
        <p:nvSpPr>
          <p:cNvPr id="31" name="Rectangle 6"/>
          <p:cNvSpPr/>
          <p:nvPr/>
        </p:nvSpPr>
        <p:spPr>
          <a:xfrm>
            <a:off x="8534520" y="6248520"/>
            <a:ext cx="609120" cy="609120"/>
          </a:xfrm>
          <a:prstGeom prst="rect">
            <a:avLst/>
          </a:prstGeom>
          <a:solidFill>
            <a:srgbClr val="5e8945"/>
          </a:solidFill>
          <a:ln>
            <a:noFill/>
          </a:ln>
          <a:effectLst>
            <a:outerShdw algn="br" blurRad="76320" dir="0" kx="1200000" rotWithShape="0" sy="2300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32" name="PlaceHolder 5"/>
          <p:cNvSpPr>
            <a:spLocks noGrp="1"/>
          </p:cNvSpPr>
          <p:nvPr>
            <p:ph type="sldNum" idx="4"/>
          </p:nvPr>
        </p:nvSpPr>
        <p:spPr>
          <a:xfrm>
            <a:off x="8534520" y="6248520"/>
            <a:ext cx="609120" cy="609120"/>
          </a:xfrm>
          <a:prstGeom prst="rect">
            <a:avLst/>
          </a:prstGeom>
          <a:noFill/>
          <a:ln w="0">
            <a:noFill/>
          </a:ln>
        </p:spPr>
        <p:txBody>
          <a:bodyPr lIns="91440" rIns="91440" tIns="45720" bIns="45720" anchor="ctr">
            <a:noAutofit/>
          </a:bodyPr>
          <a:lstStyle>
            <a:lvl1pPr indent="0" algn="ctr">
              <a:lnSpc>
                <a:spcPct val="100000"/>
              </a:lnSpc>
              <a:buNone/>
              <a:defRPr b="1" lang="en-US" sz="1200" strike="noStrike" u="none">
                <a:solidFill>
                  <a:srgbClr val="eeebca"/>
                </a:solidFill>
                <a:effectLst/>
                <a:uFillTx/>
                <a:latin typeface="Arial"/>
                <a:ea typeface="ＭＳ Ｐゴシック"/>
              </a:defRPr>
            </a:lvl1pPr>
          </a:lstStyle>
          <a:p>
            <a:pPr indent="0" algn="ctr">
              <a:lnSpc>
                <a:spcPct val="100000"/>
              </a:lnSpc>
              <a:buNone/>
            </a:pPr>
            <a:fld id="{D3F12CF1-C468-4339-99D3-2A8A0F6221E5}" type="slidenum">
              <a:rPr b="1" lang="en-US" sz="1200" strike="noStrike" u="none">
                <a:solidFill>
                  <a:srgbClr val="eeebca"/>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9_Title and Content">
    <p:bg>
      <p:bgPr>
        <a:solidFill>
          <a:srgbClr val="ffffff"/>
        </a:solidFill>
      </p:bgPr>
    </p:bg>
    <p:spTree>
      <p:nvGrpSpPr>
        <p:cNvPr id="1" name=""/>
        <p:cNvGrpSpPr/>
        <p:nvPr/>
      </p:nvGrpSpPr>
      <p:grpSpPr>
        <a:xfrm>
          <a:off x="0" y="0"/>
          <a:ext cx="0" cy="0"/>
          <a:chOff x="0" y="0"/>
          <a:chExt cx="0" cy="0"/>
        </a:xfrm>
      </p:grpSpPr>
      <p:sp>
        <p:nvSpPr>
          <p:cNvPr id="33" name="Rectangle 6"/>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34" name="Rectangle 13"/>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35" name="Picture 2" descr=""/>
          <p:cNvPicPr/>
          <p:nvPr/>
        </p:nvPicPr>
        <p:blipFill>
          <a:blip r:embed="rId2"/>
          <a:stretch/>
        </p:blipFill>
        <p:spPr>
          <a:xfrm>
            <a:off x="76320" y="6372360"/>
            <a:ext cx="1361880" cy="409320"/>
          </a:xfrm>
          <a:prstGeom prst="rect">
            <a:avLst/>
          </a:prstGeom>
          <a:noFill/>
          <a:ln w="0">
            <a:noFill/>
          </a:ln>
        </p:spPr>
      </p:pic>
      <p:sp>
        <p:nvSpPr>
          <p:cNvPr id="36" name="Copyright"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37"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rPr>
              <a:t>Click to edit Master title style</a:t>
            </a:r>
            <a:endParaRPr b="0" lang="en-US" sz="3600" strike="noStrike" u="none">
              <a:solidFill>
                <a:schemeClr val="dk1"/>
              </a:solidFill>
              <a:effectLst/>
              <a:uFillTx/>
              <a:latin typeface="Arial"/>
            </a:endParaRPr>
          </a:p>
        </p:txBody>
      </p:sp>
      <p:sp>
        <p:nvSpPr>
          <p:cNvPr id="38" name="PlaceHolder 2"/>
          <p:cNvSpPr>
            <a:spLocks noGrp="1"/>
          </p:cNvSpPr>
          <p:nvPr>
            <p:ph type="body"/>
          </p:nvPr>
        </p:nvSpPr>
        <p:spPr>
          <a:xfrm>
            <a:off x="152280" y="1600200"/>
            <a:ext cx="8838720" cy="46479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Click to edit Master text styles</a:t>
            </a:r>
            <a:endParaRPr b="0" lang="en-US" sz="26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Second level</a:t>
            </a:r>
            <a:endParaRPr b="0" lang="en-US" sz="2400" strike="noStrike" u="none">
              <a:solidFill>
                <a:schemeClr val="dk1"/>
              </a:solidFill>
              <a:effectLst/>
              <a:uFillTx/>
              <a:latin typeface="Arial"/>
            </a:endParaRPr>
          </a:p>
          <a:p>
            <a:pPr lvl="2" marL="1143000" indent="-228600">
              <a:lnSpc>
                <a:spcPct val="100000"/>
              </a:lnSpc>
              <a:spcBef>
                <a:spcPts val="439"/>
              </a:spcBef>
              <a:buClr>
                <a:srgbClr val="8a288f"/>
              </a:buClr>
              <a:buFont typeface="Wingdings" charset="2"/>
              <a:buChar char=""/>
            </a:pPr>
            <a:r>
              <a:rPr b="0" lang="en-US" sz="2200" strike="noStrike" u="none">
                <a:solidFill>
                  <a:schemeClr val="dk1"/>
                </a:solidFill>
                <a:effectLst/>
                <a:uFillTx/>
                <a:latin typeface="Arial"/>
                <a:ea typeface="Verdana"/>
              </a:rPr>
              <a:t>Third level</a:t>
            </a:r>
            <a:endParaRPr b="0" lang="en-US" sz="2200" strike="noStrike" u="none">
              <a:solidFill>
                <a:schemeClr val="dk1"/>
              </a:solidFill>
              <a:effectLst/>
              <a:uFillTx/>
              <a:latin typeface="Arial"/>
            </a:endParaRPr>
          </a:p>
          <a:p>
            <a:pPr lvl="3" marL="1600200" indent="-228600">
              <a:lnSpc>
                <a:spcPct val="100000"/>
              </a:lnSpc>
              <a:spcBef>
                <a:spcPts val="400"/>
              </a:spcBef>
              <a:buClr>
                <a:srgbClr val="8a288f"/>
              </a:buClr>
              <a:buFont typeface="Courier New"/>
              <a:buChar char="o"/>
            </a:pPr>
            <a:r>
              <a:rPr b="0" lang="en-US" sz="2000" strike="noStrike" u="none">
                <a:solidFill>
                  <a:schemeClr val="dk1"/>
                </a:solidFill>
                <a:effectLst/>
                <a:uFillTx/>
                <a:latin typeface="Arial"/>
                <a:ea typeface="Verdana"/>
              </a:rPr>
              <a:t>Fourth level</a:t>
            </a:r>
            <a:endParaRPr b="0" lang="en-US" sz="2000" strike="noStrike" u="none">
              <a:solidFill>
                <a:schemeClr val="dk1"/>
              </a:solidFill>
              <a:effectLst/>
              <a:uFillTx/>
              <a:latin typeface="Arial"/>
            </a:endParaRPr>
          </a:p>
          <a:p>
            <a:pPr lvl="4" marL="2057400" indent="-228600">
              <a:lnSpc>
                <a:spcPct val="100000"/>
              </a:lnSpc>
              <a:spcBef>
                <a:spcPts val="400"/>
              </a:spcBef>
              <a:buClr>
                <a:srgbClr val="8a288f"/>
              </a:buClr>
              <a:buFont typeface="Arial"/>
              <a:buChar char="»"/>
            </a:pPr>
            <a:r>
              <a:rPr b="0" lang="en-US" sz="2000" strike="noStrike" u="none">
                <a:solidFill>
                  <a:schemeClr val="dk1"/>
                </a:solidFill>
                <a:effectLst/>
                <a:uFillTx/>
                <a:latin typeface="Arial"/>
                <a:ea typeface="Verdana"/>
              </a:rPr>
              <a:t>Fifth level</a:t>
            </a:r>
            <a:endParaRPr b="0" lang="en-US" sz="2000" strike="noStrike" u="none">
              <a:solidFill>
                <a:schemeClr val="dk1"/>
              </a:solidFill>
              <a:effectLst/>
              <a:uFillTx/>
              <a:latin typeface="Arial"/>
            </a:endParaRPr>
          </a:p>
        </p:txBody>
      </p:sp>
      <p:sp>
        <p:nvSpPr>
          <p:cNvPr id="39" name="PlaceHolder 3"/>
          <p:cNvSpPr>
            <a:spLocks noGrp="1"/>
          </p:cNvSpPr>
          <p:nvPr>
            <p:ph type="ftr" idx="5"/>
          </p:nvPr>
        </p:nvSpPr>
        <p:spPr>
          <a:xfrm>
            <a:off x="2743200" y="6353280"/>
            <a:ext cx="3809520" cy="456840"/>
          </a:xfrm>
          <a:prstGeom prst="rect">
            <a:avLst/>
          </a:prstGeom>
          <a:noFill/>
          <a:ln w="0">
            <a:noFill/>
          </a:ln>
        </p:spPr>
        <p:txBody>
          <a:bodyPr lIns="90000" rIns="90000" tIns="45000" bIns="45000" anchor="t">
            <a:noAutofit/>
          </a:bodyPr>
          <a:lstStyle>
            <a:lvl1pPr indent="0">
              <a:lnSpc>
                <a:spcPct val="100000"/>
              </a:lnSpc>
              <a:buNone/>
              <a:defRPr b="0" lang="en-US" sz="2400" strike="noStrike" u="none">
                <a:solidFill>
                  <a:schemeClr val="dk1"/>
                </a:solidFill>
                <a:effectLst/>
                <a:uFillTx/>
                <a:latin typeface="Arial"/>
                <a:ea typeface="ＭＳ Ｐゴシック"/>
              </a:defRPr>
            </a:lvl1pPr>
          </a:lstStyle>
          <a:p>
            <a:pPr indent="0">
              <a:lnSpc>
                <a:spcPct val="100000"/>
              </a:lnSpc>
              <a:buNone/>
            </a:pPr>
            <a:r>
              <a:rPr b="0" lang="en-US" sz="2400" strike="noStrike" u="none">
                <a:solidFill>
                  <a:schemeClr val="dk1"/>
                </a:solidFill>
                <a:effectLst/>
                <a:uFillTx/>
                <a:latin typeface="Arial"/>
                <a:ea typeface="ＭＳ Ｐゴシック"/>
              </a:rPr>
              <a:t>&lt;footer&gt;</a:t>
            </a:r>
            <a:endParaRPr b="0" lang="en-US" sz="2400" strike="noStrike" u="none">
              <a:solidFill>
                <a:srgbClr val="000000"/>
              </a:solidFill>
              <a:effectLst/>
              <a:uFillTx/>
              <a:latin typeface="Times New Roman"/>
            </a:endParaRPr>
          </a:p>
        </p:txBody>
      </p:sp>
      <p:sp>
        <p:nvSpPr>
          <p:cNvPr id="40" name="PlaceHolder 4"/>
          <p:cNvSpPr>
            <a:spLocks noGrp="1"/>
          </p:cNvSpPr>
          <p:nvPr>
            <p:ph type="body"/>
          </p:nvPr>
        </p:nvSpPr>
        <p:spPr>
          <a:xfrm>
            <a:off x="152280" y="6400800"/>
            <a:ext cx="1676160" cy="456840"/>
          </a:xfrm>
          <a:prstGeom prst="rect">
            <a:avLst/>
          </a:prstGeom>
          <a:noFill/>
          <a:ln w="0">
            <a:noFill/>
          </a:ln>
        </p:spPr>
        <p:txBody>
          <a:bodyPr numCol="1" spcCol="0" lIns="91440" rIns="91440" tIns="45720" bIns="45720" anchor="t">
            <a:normAutofit/>
          </a:bodyPr>
          <a:p>
            <a:pPr marL="343080" indent="-343080">
              <a:lnSpc>
                <a:spcPct val="100000"/>
              </a:lnSpc>
              <a:spcBef>
                <a:spcPts val="241"/>
              </a:spcBef>
              <a:buNone/>
              <a:tabLst>
                <a:tab algn="l" pos="0"/>
              </a:tabLst>
            </a:pPr>
            <a:r>
              <a:rPr b="0" lang="en-US" sz="1200" strike="noStrike" u="none">
                <a:solidFill>
                  <a:schemeClr val="dk1"/>
                </a:solidFill>
                <a:effectLst/>
                <a:uFillTx/>
                <a:latin typeface="Arial"/>
                <a:ea typeface="Verdana"/>
              </a:rPr>
              <a:t>Page </a:t>
            </a:r>
            <a:endParaRPr b="0" lang="en-US" sz="1200" strike="noStrike" u="none">
              <a:solidFill>
                <a:schemeClr val="dk1"/>
              </a:solidFill>
              <a:effectLst/>
              <a:uFillTx/>
              <a:latin typeface="Arial"/>
            </a:endParaRPr>
          </a:p>
        </p:txBody>
      </p:sp>
      <p:sp>
        <p:nvSpPr>
          <p:cNvPr id="41" name="Rectangle 6"/>
          <p:cNvSpPr/>
          <p:nvPr/>
        </p:nvSpPr>
        <p:spPr>
          <a:xfrm>
            <a:off x="8534520" y="6248520"/>
            <a:ext cx="609120" cy="609120"/>
          </a:xfrm>
          <a:prstGeom prst="rect">
            <a:avLst/>
          </a:prstGeom>
          <a:solidFill>
            <a:srgbClr val="5e8945"/>
          </a:solidFill>
          <a:ln>
            <a:noFill/>
          </a:ln>
          <a:effectLst>
            <a:outerShdw algn="br" blurRad="76320" dir="0" kx="1200000" rotWithShape="0" sy="2300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42" name="PlaceHolder 5"/>
          <p:cNvSpPr>
            <a:spLocks noGrp="1"/>
          </p:cNvSpPr>
          <p:nvPr>
            <p:ph type="sldNum" idx="6"/>
          </p:nvPr>
        </p:nvSpPr>
        <p:spPr>
          <a:xfrm>
            <a:off x="8534520" y="6248520"/>
            <a:ext cx="609120" cy="609120"/>
          </a:xfrm>
          <a:prstGeom prst="rect">
            <a:avLst/>
          </a:prstGeom>
          <a:noFill/>
          <a:ln w="0">
            <a:noFill/>
          </a:ln>
        </p:spPr>
        <p:txBody>
          <a:bodyPr lIns="91440" rIns="91440" tIns="45720" bIns="45720" anchor="ctr">
            <a:noAutofit/>
          </a:bodyPr>
          <a:lstStyle>
            <a:lvl1pPr indent="0" algn="ctr">
              <a:lnSpc>
                <a:spcPct val="100000"/>
              </a:lnSpc>
              <a:buNone/>
              <a:defRPr b="1" lang="en-US" sz="1200" strike="noStrike" u="none">
                <a:solidFill>
                  <a:srgbClr val="eeebca"/>
                </a:solidFill>
                <a:effectLst/>
                <a:uFillTx/>
                <a:latin typeface="Arial"/>
                <a:ea typeface="ＭＳ Ｐゴシック"/>
              </a:defRPr>
            </a:lvl1pPr>
          </a:lstStyle>
          <a:p>
            <a:pPr indent="0" algn="ctr">
              <a:lnSpc>
                <a:spcPct val="100000"/>
              </a:lnSpc>
              <a:buNone/>
            </a:pPr>
            <a:fld id="{02E7C8A6-CCE2-44F6-8CFB-4D9BEB5815D6}" type="slidenum">
              <a:rPr b="1" lang="en-US" sz="1200" strike="noStrike" u="none">
                <a:solidFill>
                  <a:srgbClr val="eeebca"/>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0_Title and Content">
    <p:bg>
      <p:bgPr>
        <a:solidFill>
          <a:srgbClr val="ffffff"/>
        </a:solidFill>
      </p:bgPr>
    </p:bg>
    <p:spTree>
      <p:nvGrpSpPr>
        <p:cNvPr id="1" name=""/>
        <p:cNvGrpSpPr/>
        <p:nvPr/>
      </p:nvGrpSpPr>
      <p:grpSpPr>
        <a:xfrm>
          <a:off x="0" y="0"/>
          <a:ext cx="0" cy="0"/>
          <a:chOff x="0" y="0"/>
          <a:chExt cx="0" cy="0"/>
        </a:xfrm>
      </p:grpSpPr>
      <p:sp>
        <p:nvSpPr>
          <p:cNvPr id="43" name="Rectangle 6"/>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44" name="Rectangle 13"/>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45" name="Picture 2" descr=""/>
          <p:cNvPicPr/>
          <p:nvPr/>
        </p:nvPicPr>
        <p:blipFill>
          <a:blip r:embed="rId2"/>
          <a:stretch/>
        </p:blipFill>
        <p:spPr>
          <a:xfrm>
            <a:off x="76320" y="6372360"/>
            <a:ext cx="1361880" cy="409320"/>
          </a:xfrm>
          <a:prstGeom prst="rect">
            <a:avLst/>
          </a:prstGeom>
          <a:noFill/>
          <a:ln w="0">
            <a:noFill/>
          </a:ln>
        </p:spPr>
      </p:pic>
      <p:sp>
        <p:nvSpPr>
          <p:cNvPr id="46" name="Copyright"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47"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rPr>
              <a:t>Click to edit Master title style</a:t>
            </a:r>
            <a:endParaRPr b="0" lang="en-US" sz="3600" strike="noStrike" u="none">
              <a:solidFill>
                <a:schemeClr val="dk1"/>
              </a:solidFill>
              <a:effectLst/>
              <a:uFillTx/>
              <a:latin typeface="Arial"/>
            </a:endParaRPr>
          </a:p>
        </p:txBody>
      </p:sp>
      <p:sp>
        <p:nvSpPr>
          <p:cNvPr id="48" name="PlaceHolder 2"/>
          <p:cNvSpPr>
            <a:spLocks noGrp="1"/>
          </p:cNvSpPr>
          <p:nvPr>
            <p:ph type="body"/>
          </p:nvPr>
        </p:nvSpPr>
        <p:spPr>
          <a:xfrm>
            <a:off x="152280" y="1600200"/>
            <a:ext cx="8838720" cy="46479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Click to edit Master text styles</a:t>
            </a:r>
            <a:endParaRPr b="0" lang="en-US" sz="26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Second level</a:t>
            </a:r>
            <a:endParaRPr b="0" lang="en-US" sz="2400" strike="noStrike" u="none">
              <a:solidFill>
                <a:schemeClr val="dk1"/>
              </a:solidFill>
              <a:effectLst/>
              <a:uFillTx/>
              <a:latin typeface="Arial"/>
            </a:endParaRPr>
          </a:p>
          <a:p>
            <a:pPr lvl="2" marL="1143000" indent="-228600">
              <a:lnSpc>
                <a:spcPct val="100000"/>
              </a:lnSpc>
              <a:spcBef>
                <a:spcPts val="439"/>
              </a:spcBef>
              <a:buClr>
                <a:srgbClr val="8a288f"/>
              </a:buClr>
              <a:buFont typeface="Wingdings" charset="2"/>
              <a:buChar char=""/>
            </a:pPr>
            <a:r>
              <a:rPr b="0" lang="en-US" sz="2200" strike="noStrike" u="none">
                <a:solidFill>
                  <a:schemeClr val="dk1"/>
                </a:solidFill>
                <a:effectLst/>
                <a:uFillTx/>
                <a:latin typeface="Arial"/>
                <a:ea typeface="Verdana"/>
              </a:rPr>
              <a:t>Third level</a:t>
            </a:r>
            <a:endParaRPr b="0" lang="en-US" sz="2200" strike="noStrike" u="none">
              <a:solidFill>
                <a:schemeClr val="dk1"/>
              </a:solidFill>
              <a:effectLst/>
              <a:uFillTx/>
              <a:latin typeface="Arial"/>
            </a:endParaRPr>
          </a:p>
          <a:p>
            <a:pPr lvl="3" marL="1600200" indent="-228600">
              <a:lnSpc>
                <a:spcPct val="100000"/>
              </a:lnSpc>
              <a:spcBef>
                <a:spcPts val="400"/>
              </a:spcBef>
              <a:buClr>
                <a:srgbClr val="8a288f"/>
              </a:buClr>
              <a:buFont typeface="Courier New"/>
              <a:buChar char="o"/>
            </a:pPr>
            <a:r>
              <a:rPr b="0" lang="en-US" sz="2000" strike="noStrike" u="none">
                <a:solidFill>
                  <a:schemeClr val="dk1"/>
                </a:solidFill>
                <a:effectLst/>
                <a:uFillTx/>
                <a:latin typeface="Arial"/>
                <a:ea typeface="Verdana"/>
              </a:rPr>
              <a:t>Fourth level</a:t>
            </a:r>
            <a:endParaRPr b="0" lang="en-US" sz="2000" strike="noStrike" u="none">
              <a:solidFill>
                <a:schemeClr val="dk1"/>
              </a:solidFill>
              <a:effectLst/>
              <a:uFillTx/>
              <a:latin typeface="Arial"/>
            </a:endParaRPr>
          </a:p>
          <a:p>
            <a:pPr lvl="4" marL="2057400" indent="-228600">
              <a:lnSpc>
                <a:spcPct val="100000"/>
              </a:lnSpc>
              <a:spcBef>
                <a:spcPts val="400"/>
              </a:spcBef>
              <a:buClr>
                <a:srgbClr val="8a288f"/>
              </a:buClr>
              <a:buFont typeface="Arial"/>
              <a:buChar char="»"/>
            </a:pPr>
            <a:r>
              <a:rPr b="0" lang="en-US" sz="2000" strike="noStrike" u="none">
                <a:solidFill>
                  <a:schemeClr val="dk1"/>
                </a:solidFill>
                <a:effectLst/>
                <a:uFillTx/>
                <a:latin typeface="Arial"/>
                <a:ea typeface="Verdana"/>
              </a:rPr>
              <a:t>Fifth level</a:t>
            </a:r>
            <a:endParaRPr b="0" lang="en-US" sz="2000" strike="noStrike" u="none">
              <a:solidFill>
                <a:schemeClr val="dk1"/>
              </a:solidFill>
              <a:effectLst/>
              <a:uFillTx/>
              <a:latin typeface="Arial"/>
            </a:endParaRPr>
          </a:p>
        </p:txBody>
      </p:sp>
      <p:sp>
        <p:nvSpPr>
          <p:cNvPr id="49" name="PlaceHolder 3"/>
          <p:cNvSpPr>
            <a:spLocks noGrp="1"/>
          </p:cNvSpPr>
          <p:nvPr>
            <p:ph type="ftr" idx="7"/>
          </p:nvPr>
        </p:nvSpPr>
        <p:spPr>
          <a:xfrm>
            <a:off x="2743200" y="6353280"/>
            <a:ext cx="3809520" cy="456840"/>
          </a:xfrm>
          <a:prstGeom prst="rect">
            <a:avLst/>
          </a:prstGeom>
          <a:noFill/>
          <a:ln w="0">
            <a:noFill/>
          </a:ln>
        </p:spPr>
        <p:txBody>
          <a:bodyPr lIns="90000" rIns="90000" tIns="45000" bIns="45000" anchor="t">
            <a:noAutofit/>
          </a:bodyPr>
          <a:lstStyle>
            <a:lvl1pPr indent="0">
              <a:lnSpc>
                <a:spcPct val="100000"/>
              </a:lnSpc>
              <a:buNone/>
              <a:defRPr b="0" lang="en-US" sz="2400" strike="noStrike" u="none">
                <a:solidFill>
                  <a:schemeClr val="dk1"/>
                </a:solidFill>
                <a:effectLst/>
                <a:uFillTx/>
                <a:latin typeface="Arial"/>
                <a:ea typeface="ＭＳ Ｐゴシック"/>
              </a:defRPr>
            </a:lvl1pPr>
          </a:lstStyle>
          <a:p>
            <a:pPr indent="0">
              <a:lnSpc>
                <a:spcPct val="100000"/>
              </a:lnSpc>
              <a:buNone/>
            </a:pPr>
            <a:r>
              <a:rPr b="0" lang="en-US" sz="2400" strike="noStrike" u="none">
                <a:solidFill>
                  <a:schemeClr val="dk1"/>
                </a:solidFill>
                <a:effectLst/>
                <a:uFillTx/>
                <a:latin typeface="Arial"/>
                <a:ea typeface="ＭＳ Ｐゴシック"/>
              </a:rPr>
              <a:t>&lt;footer&gt;</a:t>
            </a:r>
            <a:endParaRPr b="0" lang="en-US" sz="2400" strike="noStrike" u="none">
              <a:solidFill>
                <a:srgbClr val="000000"/>
              </a:solidFill>
              <a:effectLst/>
              <a:uFillTx/>
              <a:latin typeface="Times New Roman"/>
            </a:endParaRPr>
          </a:p>
        </p:txBody>
      </p:sp>
      <p:sp>
        <p:nvSpPr>
          <p:cNvPr id="50" name="PlaceHolder 4"/>
          <p:cNvSpPr>
            <a:spLocks noGrp="1"/>
          </p:cNvSpPr>
          <p:nvPr>
            <p:ph type="body"/>
          </p:nvPr>
        </p:nvSpPr>
        <p:spPr>
          <a:xfrm>
            <a:off x="152280" y="6400800"/>
            <a:ext cx="1676160" cy="456840"/>
          </a:xfrm>
          <a:prstGeom prst="rect">
            <a:avLst/>
          </a:prstGeom>
          <a:noFill/>
          <a:ln w="0">
            <a:noFill/>
          </a:ln>
        </p:spPr>
        <p:txBody>
          <a:bodyPr numCol="1" spcCol="0" lIns="91440" rIns="91440" tIns="45720" bIns="45720" anchor="t">
            <a:normAutofit/>
          </a:bodyPr>
          <a:p>
            <a:pPr marL="343080" indent="-343080">
              <a:lnSpc>
                <a:spcPct val="100000"/>
              </a:lnSpc>
              <a:spcBef>
                <a:spcPts val="241"/>
              </a:spcBef>
              <a:buNone/>
              <a:tabLst>
                <a:tab algn="l" pos="0"/>
              </a:tabLst>
            </a:pPr>
            <a:r>
              <a:rPr b="0" lang="en-US" sz="1200" strike="noStrike" u="none">
                <a:solidFill>
                  <a:schemeClr val="dk1"/>
                </a:solidFill>
                <a:effectLst/>
                <a:uFillTx/>
                <a:latin typeface="Arial"/>
                <a:ea typeface="Verdana"/>
              </a:rPr>
              <a:t>Page </a:t>
            </a:r>
            <a:endParaRPr b="0" lang="en-US" sz="1200" strike="noStrike" u="none">
              <a:solidFill>
                <a:schemeClr val="dk1"/>
              </a:solidFill>
              <a:effectLst/>
              <a:uFillTx/>
              <a:latin typeface="Arial"/>
            </a:endParaRPr>
          </a:p>
        </p:txBody>
      </p:sp>
      <p:sp>
        <p:nvSpPr>
          <p:cNvPr id="51" name="Rectangle 6"/>
          <p:cNvSpPr/>
          <p:nvPr/>
        </p:nvSpPr>
        <p:spPr>
          <a:xfrm>
            <a:off x="8534520" y="6248520"/>
            <a:ext cx="609120" cy="609120"/>
          </a:xfrm>
          <a:prstGeom prst="rect">
            <a:avLst/>
          </a:prstGeom>
          <a:solidFill>
            <a:srgbClr val="5e8945"/>
          </a:solidFill>
          <a:ln>
            <a:noFill/>
          </a:ln>
          <a:effectLst>
            <a:outerShdw algn="br" blurRad="76320" dir="0" kx="1200000" rotWithShape="0" sy="2300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52" name="PlaceHolder 5"/>
          <p:cNvSpPr>
            <a:spLocks noGrp="1"/>
          </p:cNvSpPr>
          <p:nvPr>
            <p:ph type="sldNum" idx="8"/>
          </p:nvPr>
        </p:nvSpPr>
        <p:spPr>
          <a:xfrm>
            <a:off x="8534520" y="6248520"/>
            <a:ext cx="609120" cy="609120"/>
          </a:xfrm>
          <a:prstGeom prst="rect">
            <a:avLst/>
          </a:prstGeom>
          <a:noFill/>
          <a:ln w="0">
            <a:noFill/>
          </a:ln>
        </p:spPr>
        <p:txBody>
          <a:bodyPr lIns="91440" rIns="91440" tIns="45720" bIns="45720" anchor="ctr">
            <a:noAutofit/>
          </a:bodyPr>
          <a:lstStyle>
            <a:lvl1pPr indent="0" algn="ctr">
              <a:lnSpc>
                <a:spcPct val="100000"/>
              </a:lnSpc>
              <a:buNone/>
              <a:defRPr b="1" lang="en-US" sz="1200" strike="noStrike" u="none">
                <a:solidFill>
                  <a:srgbClr val="eeebca"/>
                </a:solidFill>
                <a:effectLst/>
                <a:uFillTx/>
                <a:latin typeface="Arial"/>
                <a:ea typeface="ＭＳ Ｐゴシック"/>
              </a:defRPr>
            </a:lvl1pPr>
          </a:lstStyle>
          <a:p>
            <a:pPr indent="0" algn="ctr">
              <a:lnSpc>
                <a:spcPct val="100000"/>
              </a:lnSpc>
              <a:buNone/>
            </a:pPr>
            <a:fld id="{2255978C-9E68-4FDD-833E-21995FDE92E5}" type="slidenum">
              <a:rPr b="1" lang="en-US" sz="1200" strike="noStrike" u="none">
                <a:solidFill>
                  <a:srgbClr val="eeebca"/>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bg>
      <p:bgPr>
        <a:solidFill>
          <a:srgbClr val="ffffff"/>
        </a:solidFill>
      </p:bgPr>
    </p:bg>
    <p:spTree>
      <p:nvGrpSpPr>
        <p:cNvPr id="1" name=""/>
        <p:cNvGrpSpPr/>
        <p:nvPr/>
      </p:nvGrpSpPr>
      <p:grpSpPr>
        <a:xfrm>
          <a:off x="0" y="0"/>
          <a:ext cx="0" cy="0"/>
          <a:chOff x="0" y="0"/>
          <a:chExt cx="0" cy="0"/>
        </a:xfrm>
      </p:grpSpPr>
      <p:sp>
        <p:nvSpPr>
          <p:cNvPr id="53" name="Rectangle 6"/>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54" name="Rectangle 13"/>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55" name="Picture 2" descr=""/>
          <p:cNvPicPr/>
          <p:nvPr/>
        </p:nvPicPr>
        <p:blipFill>
          <a:blip r:embed="rId2"/>
          <a:stretch/>
        </p:blipFill>
        <p:spPr>
          <a:xfrm>
            <a:off x="76320" y="6372360"/>
            <a:ext cx="1361880" cy="409320"/>
          </a:xfrm>
          <a:prstGeom prst="rect">
            <a:avLst/>
          </a:prstGeom>
          <a:noFill/>
          <a:ln w="0">
            <a:noFill/>
          </a:ln>
        </p:spPr>
      </p:pic>
      <p:sp>
        <p:nvSpPr>
          <p:cNvPr id="56" name="Copyright"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57"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rmAutofit/>
          </a:bodyPr>
          <a:p>
            <a:pPr indent="0" algn="ctr">
              <a:lnSpc>
                <a:spcPct val="100000"/>
              </a:lnSpc>
              <a:buNone/>
            </a:pPr>
            <a:r>
              <a:rPr b="0" lang="en-US" sz="3600" strike="noStrike" u="none">
                <a:solidFill>
                  <a:schemeClr val="lt1"/>
                </a:solidFill>
                <a:effectLst/>
                <a:uFillTx/>
                <a:latin typeface="Arial"/>
                <a:ea typeface="Verdana"/>
              </a:rPr>
              <a:t>Click to edit Master title style</a:t>
            </a:r>
            <a:endParaRPr b="0" lang="en-US" sz="3600" strike="noStrike" u="none">
              <a:solidFill>
                <a:schemeClr val="dk1"/>
              </a:solidFill>
              <a:effectLst/>
              <a:uFillTx/>
              <a:latin typeface="Arial"/>
            </a:endParaRPr>
          </a:p>
        </p:txBody>
      </p:sp>
      <p:sp>
        <p:nvSpPr>
          <p:cNvPr id="58" name="PlaceHolder 2"/>
          <p:cNvSpPr>
            <a:spLocks noGrp="1"/>
          </p:cNvSpPr>
          <p:nvPr>
            <p:ph type="body"/>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Click to edit Master text styles</a:t>
            </a:r>
            <a:endParaRPr b="0" lang="en-US" sz="26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Second level</a:t>
            </a:r>
            <a:endParaRPr b="0" lang="en-US" sz="2400" strike="noStrike" u="none">
              <a:solidFill>
                <a:schemeClr val="dk1"/>
              </a:solidFill>
              <a:effectLst/>
              <a:uFillTx/>
              <a:latin typeface="Arial"/>
            </a:endParaRPr>
          </a:p>
          <a:p>
            <a:pPr lvl="2" marL="1143000" indent="-228600">
              <a:lnSpc>
                <a:spcPct val="100000"/>
              </a:lnSpc>
              <a:spcBef>
                <a:spcPts val="439"/>
              </a:spcBef>
              <a:buClr>
                <a:srgbClr val="8a288f"/>
              </a:buClr>
              <a:buFont typeface="Wingdings" charset="2"/>
              <a:buChar char=""/>
            </a:pPr>
            <a:r>
              <a:rPr b="0" lang="en-US" sz="2200" strike="noStrike" u="none">
                <a:solidFill>
                  <a:schemeClr val="dk1"/>
                </a:solidFill>
                <a:effectLst/>
                <a:uFillTx/>
                <a:latin typeface="Arial"/>
                <a:ea typeface="Verdana"/>
              </a:rPr>
              <a:t>Third level</a:t>
            </a:r>
            <a:endParaRPr b="0" lang="en-US" sz="2200" strike="noStrike" u="none">
              <a:solidFill>
                <a:schemeClr val="dk1"/>
              </a:solidFill>
              <a:effectLst/>
              <a:uFillTx/>
              <a:latin typeface="Arial"/>
            </a:endParaRPr>
          </a:p>
          <a:p>
            <a:pPr lvl="3" marL="1600200" indent="-228600">
              <a:lnSpc>
                <a:spcPct val="100000"/>
              </a:lnSpc>
              <a:spcBef>
                <a:spcPts val="400"/>
              </a:spcBef>
              <a:buClr>
                <a:srgbClr val="8a288f"/>
              </a:buClr>
              <a:buFont typeface="Courier New"/>
              <a:buChar char="o"/>
            </a:pPr>
            <a:r>
              <a:rPr b="0" lang="en-US" sz="2000" strike="noStrike" u="none">
                <a:solidFill>
                  <a:schemeClr val="dk1"/>
                </a:solidFill>
                <a:effectLst/>
                <a:uFillTx/>
                <a:latin typeface="Arial"/>
                <a:ea typeface="Verdana"/>
              </a:rPr>
              <a:t>Fourth level</a:t>
            </a:r>
            <a:endParaRPr b="0" lang="en-US" sz="2000" strike="noStrike" u="none">
              <a:solidFill>
                <a:schemeClr val="dk1"/>
              </a:solidFill>
              <a:effectLst/>
              <a:uFillTx/>
              <a:latin typeface="Arial"/>
            </a:endParaRPr>
          </a:p>
          <a:p>
            <a:pPr lvl="4" marL="2057400" indent="-228600">
              <a:lnSpc>
                <a:spcPct val="100000"/>
              </a:lnSpc>
              <a:spcBef>
                <a:spcPts val="400"/>
              </a:spcBef>
              <a:buClr>
                <a:srgbClr val="8a288f"/>
              </a:buClr>
              <a:buFont typeface="Arial"/>
              <a:buChar char="»"/>
            </a:pPr>
            <a:r>
              <a:rPr b="0" lang="en-US" sz="2000" strike="noStrike" u="none">
                <a:solidFill>
                  <a:schemeClr val="dk1"/>
                </a:solidFill>
                <a:effectLst/>
                <a:uFillTx/>
                <a:latin typeface="Arial"/>
                <a:ea typeface="Verdana"/>
              </a:rPr>
              <a:t>Fifth level</a:t>
            </a:r>
            <a:endParaRPr b="0" lang="en-US" sz="2000" strike="noStrike" u="none">
              <a:solidFill>
                <a:schemeClr val="dk1"/>
              </a:solidFill>
              <a:effectLst/>
              <a:uFillTx/>
              <a:latin typeface="Arial"/>
            </a:endParaRPr>
          </a:p>
        </p:txBody>
      </p:sp>
      <p:sp>
        <p:nvSpPr>
          <p:cNvPr id="59" name="Slide Number Placeholder 5"/>
          <p:cNvSpPr/>
          <p:nvPr/>
        </p:nvSpPr>
        <p:spPr>
          <a:xfrm>
            <a:off x="8229600" y="6248520"/>
            <a:ext cx="914040" cy="456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trike="noStrike" u="none">
                <a:solidFill>
                  <a:schemeClr val="lt1"/>
                </a:solidFill>
                <a:effectLst/>
                <a:uFillTx/>
                <a:latin typeface="Verdana"/>
                <a:ea typeface="Verdana"/>
              </a:rPr>
              <a:t>12-</a:t>
            </a:r>
            <a:fld id="{44BFA533-248B-4FF8-890D-2B77DEFF1E80}" type="slidenum">
              <a:rPr b="0" lang="en-US" sz="1200" strike="noStrike" u="none">
                <a:solidFill>
                  <a:schemeClr val="lt1"/>
                </a:solidFill>
                <a:effectLst/>
                <a:uFillTx/>
                <a:latin typeface="Verdana"/>
                <a:ea typeface="Verdana"/>
              </a:rPr>
              <a:t>&lt;number&gt;</a:t>
            </a:fld>
            <a:endParaRPr b="0" lang="en-US" sz="12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igure + Caption Layout">
    <p:spTree>
      <p:nvGrpSpPr>
        <p:cNvPr id="1" name=""/>
        <p:cNvGrpSpPr/>
        <p:nvPr/>
      </p:nvGrpSpPr>
      <p:grpSpPr>
        <a:xfrm>
          <a:off x="0" y="0"/>
          <a:ext cx="0" cy="0"/>
          <a:chOff x="0" y="0"/>
          <a:chExt cx="0" cy="0"/>
        </a:xfrm>
      </p:grpSpPr>
      <p:sp>
        <p:nvSpPr>
          <p:cNvPr id="60" name="Rectangle 6" hidden="1"/>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61" name="Rectangle 13" hidden="1"/>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62" name="Picture 2" descr=""/>
          <p:cNvPicPr/>
          <p:nvPr/>
        </p:nvPicPr>
        <p:blipFill>
          <a:blip r:embed="rId2"/>
          <a:stretch/>
        </p:blipFill>
        <p:spPr>
          <a:xfrm>
            <a:off x="76320" y="6372360"/>
            <a:ext cx="1361880" cy="409320"/>
          </a:xfrm>
          <a:prstGeom prst="rect">
            <a:avLst/>
          </a:prstGeom>
          <a:noFill/>
          <a:ln w="0">
            <a:noFill/>
          </a:ln>
        </p:spPr>
      </p:pic>
      <p:sp>
        <p:nvSpPr>
          <p:cNvPr id="63" name="Copyright" hidden="1"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64" name="Rectangle 5"/>
          <p:cNvSpPr/>
          <p:nvPr/>
        </p:nvSpPr>
        <p:spPr>
          <a:xfrm>
            <a:off x="-7920" y="6248520"/>
            <a:ext cx="9151560" cy="61704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65" name="PlaceHolder 1"/>
          <p:cNvSpPr>
            <a:spLocks noGrp="1"/>
          </p:cNvSpPr>
          <p:nvPr>
            <p:ph type="title"/>
          </p:nvPr>
        </p:nvSpPr>
        <p:spPr>
          <a:xfrm>
            <a:off x="519120" y="357480"/>
            <a:ext cx="8032320" cy="1003680"/>
          </a:xfrm>
          <a:prstGeom prst="rect">
            <a:avLst/>
          </a:prstGeom>
          <a:noFill/>
          <a:ln w="0">
            <a:noFill/>
          </a:ln>
        </p:spPr>
        <p:txBody>
          <a:bodyPr numCol="1" spcCol="0" lIns="91440" rIns="91440" tIns="45720" bIns="45720" anchor="ctr">
            <a:normAutofit/>
          </a:bodyPr>
          <a:p>
            <a:pPr indent="0" algn="ctr">
              <a:lnSpc>
                <a:spcPct val="100000"/>
              </a:lnSpc>
              <a:buNone/>
            </a:pPr>
            <a:r>
              <a:rPr b="0" lang="en-US" sz="3600" strike="noStrike" u="none">
                <a:solidFill>
                  <a:schemeClr val="dk1"/>
                </a:solidFill>
                <a:effectLst/>
                <a:uFillTx/>
                <a:latin typeface="Arial"/>
              </a:rPr>
              <a:t>Click to edit Master title style</a:t>
            </a:r>
            <a:endParaRPr b="0" lang="en-US" sz="3600" strike="noStrike" u="none">
              <a:solidFill>
                <a:schemeClr val="dk1"/>
              </a:solidFill>
              <a:effectLst/>
              <a:uFillTx/>
              <a:latin typeface="Arial"/>
            </a:endParaRPr>
          </a:p>
        </p:txBody>
      </p:sp>
      <p:sp>
        <p:nvSpPr>
          <p:cNvPr id="66" name="PlaceHolder 2"/>
          <p:cNvSpPr>
            <a:spLocks noGrp="1"/>
          </p:cNvSpPr>
          <p:nvPr>
            <p:ph type="body"/>
          </p:nvPr>
        </p:nvSpPr>
        <p:spPr>
          <a:xfrm>
            <a:off x="1143000" y="1752480"/>
            <a:ext cx="6997320" cy="3428640"/>
          </a:xfrm>
          <a:prstGeom prst="rect">
            <a:avLst/>
          </a:prstGeom>
          <a:noFill/>
          <a:ln w="0">
            <a:noFill/>
          </a:ln>
        </p:spPr>
        <p:txBody>
          <a:bodyPr lIns="90000" rIns="90000" tIns="45000" bIns="45000" anchor="t">
            <a:normAutofit/>
          </a:bodyPr>
          <a:p>
            <a:pPr indent="0">
              <a:lnSpc>
                <a:spcPct val="100000"/>
              </a:lnSpc>
              <a:buNone/>
            </a:pPr>
            <a:r>
              <a:rPr b="0" lang="en-US" sz="2400" strike="noStrike" u="none">
                <a:solidFill>
                  <a:schemeClr val="dk1"/>
                </a:solidFill>
                <a:effectLst/>
                <a:uFillTx/>
                <a:latin typeface="Arial"/>
                <a:ea typeface="ＭＳ Ｐゴシック"/>
              </a:rPr>
              <a:t>Click icon to add picture</a:t>
            </a:r>
            <a:endParaRPr b="0" lang="en-US" sz="2400" strike="noStrike" u="none">
              <a:solidFill>
                <a:schemeClr val="dk1"/>
              </a:solidFill>
              <a:effectLst/>
              <a:uFillTx/>
              <a:latin typeface="Arial"/>
            </a:endParaRPr>
          </a:p>
        </p:txBody>
      </p:sp>
      <p:sp>
        <p:nvSpPr>
          <p:cNvPr id="67" name="PlaceHolder 3"/>
          <p:cNvSpPr>
            <a:spLocks noGrp="1"/>
          </p:cNvSpPr>
          <p:nvPr>
            <p:ph type="body"/>
          </p:nvPr>
        </p:nvSpPr>
        <p:spPr>
          <a:xfrm>
            <a:off x="519120" y="5486400"/>
            <a:ext cx="8032320" cy="664920"/>
          </a:xfrm>
          <a:prstGeom prst="rect">
            <a:avLst/>
          </a:prstGeom>
          <a:noFill/>
          <a:ln w="0">
            <a:noFill/>
          </a:ln>
        </p:spPr>
        <p:txBody>
          <a:bodyPr numCol="1" spcCol="0" lIns="91440" rIns="91440" tIns="45720" bIns="45720" anchor="t">
            <a:noAutofit/>
          </a:bodyPr>
          <a:p>
            <a:pPr indent="0">
              <a:lnSpc>
                <a:spcPct val="100000"/>
              </a:lnSpc>
              <a:spcBef>
                <a:spcPts val="281"/>
              </a:spcBef>
              <a:buNone/>
              <a:tabLst>
                <a:tab algn="l" pos="0"/>
              </a:tabLst>
            </a:pPr>
            <a:r>
              <a:rPr b="0" lang="en-US" sz="1400" strike="noStrike" u="none">
                <a:solidFill>
                  <a:schemeClr val="dk1"/>
                </a:solidFill>
                <a:effectLst/>
                <a:uFillTx/>
                <a:latin typeface="Arial"/>
                <a:ea typeface="Verdana"/>
              </a:rPr>
              <a:t>Click to edit Master text styles</a:t>
            </a:r>
            <a:endParaRPr b="0" lang="en-US" sz="1400" strike="noStrike" u="none">
              <a:solidFill>
                <a:schemeClr val="dk1"/>
              </a:solidFill>
              <a:effectLst/>
              <a:uFillTx/>
              <a:latin typeface="Arial"/>
            </a:endParaRPr>
          </a:p>
        </p:txBody>
      </p:sp>
      <p:pic>
        <p:nvPicPr>
          <p:cNvPr id="68" name="Picture 2" descr=""/>
          <p:cNvPicPr/>
          <p:nvPr/>
        </p:nvPicPr>
        <p:blipFill>
          <a:blip r:embed="rId3"/>
          <a:stretch/>
        </p:blipFill>
        <p:spPr>
          <a:xfrm>
            <a:off x="76320" y="6372360"/>
            <a:ext cx="1361880" cy="409320"/>
          </a:xfrm>
          <a:prstGeom prst="rect">
            <a:avLst/>
          </a:prstGeom>
          <a:noFill/>
          <a:ln w="0">
            <a:noFill/>
          </a:ln>
        </p:spPr>
      </p:pic>
      <p:sp>
        <p:nvSpPr>
          <p:cNvPr id="69" name="PlaceHolder 4"/>
          <p:cNvSpPr>
            <a:spLocks noGrp="1"/>
          </p:cNvSpPr>
          <p:nvPr>
            <p:ph type="body"/>
          </p:nvPr>
        </p:nvSpPr>
        <p:spPr>
          <a:xfrm>
            <a:off x="2057400" y="2743200"/>
            <a:ext cx="4114440" cy="137124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Click to edit Master text styles</a:t>
            </a:r>
            <a:endParaRPr b="0" lang="en-US" sz="26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Second level</a:t>
            </a:r>
            <a:endParaRPr b="0" lang="en-US" sz="2400" strike="noStrike" u="none">
              <a:solidFill>
                <a:schemeClr val="dk1"/>
              </a:solidFill>
              <a:effectLst/>
              <a:uFillTx/>
              <a:latin typeface="Arial"/>
            </a:endParaRPr>
          </a:p>
          <a:p>
            <a:pPr lvl="2" marL="1143000" indent="-228600">
              <a:lnSpc>
                <a:spcPct val="100000"/>
              </a:lnSpc>
              <a:spcBef>
                <a:spcPts val="439"/>
              </a:spcBef>
              <a:buClr>
                <a:srgbClr val="8a288f"/>
              </a:buClr>
              <a:buFont typeface="Wingdings" charset="2"/>
              <a:buChar char=""/>
            </a:pPr>
            <a:r>
              <a:rPr b="0" lang="en-US" sz="2200" strike="noStrike" u="none">
                <a:solidFill>
                  <a:schemeClr val="dk1"/>
                </a:solidFill>
                <a:effectLst/>
                <a:uFillTx/>
                <a:latin typeface="Arial"/>
                <a:ea typeface="Verdana"/>
              </a:rPr>
              <a:t>Third level</a:t>
            </a:r>
            <a:endParaRPr b="0" lang="en-US" sz="2200" strike="noStrike" u="none">
              <a:solidFill>
                <a:schemeClr val="dk1"/>
              </a:solidFill>
              <a:effectLst/>
              <a:uFillTx/>
              <a:latin typeface="Arial"/>
            </a:endParaRPr>
          </a:p>
          <a:p>
            <a:pPr lvl="3" marL="1600200" indent="-228600">
              <a:lnSpc>
                <a:spcPct val="100000"/>
              </a:lnSpc>
              <a:spcBef>
                <a:spcPts val="400"/>
              </a:spcBef>
              <a:buClr>
                <a:srgbClr val="8a288f"/>
              </a:buClr>
              <a:buFont typeface="Courier New"/>
              <a:buChar char="o"/>
            </a:pPr>
            <a:r>
              <a:rPr b="0" lang="en-US" sz="2000" strike="noStrike" u="none">
                <a:solidFill>
                  <a:schemeClr val="dk1"/>
                </a:solidFill>
                <a:effectLst/>
                <a:uFillTx/>
                <a:latin typeface="Arial"/>
                <a:ea typeface="Verdana"/>
              </a:rPr>
              <a:t>Fourth level</a:t>
            </a:r>
            <a:endParaRPr b="0" lang="en-US" sz="2000" strike="noStrike" u="none">
              <a:solidFill>
                <a:schemeClr val="dk1"/>
              </a:solidFill>
              <a:effectLst/>
              <a:uFillTx/>
              <a:latin typeface="Arial"/>
            </a:endParaRPr>
          </a:p>
          <a:p>
            <a:pPr lvl="4" marL="2057400" indent="-228600">
              <a:lnSpc>
                <a:spcPct val="100000"/>
              </a:lnSpc>
              <a:spcBef>
                <a:spcPts val="400"/>
              </a:spcBef>
              <a:buClr>
                <a:srgbClr val="8a288f"/>
              </a:buClr>
              <a:buFont typeface="Arial"/>
              <a:buChar char="»"/>
            </a:pPr>
            <a:r>
              <a:rPr b="0" lang="en-US" sz="2000" strike="noStrike" u="none">
                <a:solidFill>
                  <a:schemeClr val="dk1"/>
                </a:solidFill>
                <a:effectLst/>
                <a:uFillTx/>
                <a:latin typeface="Arial"/>
                <a:ea typeface="Verdana"/>
              </a:rPr>
              <a:t>Fifth level</a:t>
            </a:r>
            <a:endParaRPr b="0" lang="en-US" sz="2000" strike="noStrike" u="none">
              <a:solidFill>
                <a:schemeClr val="dk1"/>
              </a:solidFill>
              <a:effectLst/>
              <a:uFillTx/>
              <a:latin typeface="Arial"/>
            </a:endParaRPr>
          </a:p>
        </p:txBody>
      </p:sp>
      <p:sp>
        <p:nvSpPr>
          <p:cNvPr id="70" name="Slide Number Placeholder 5"/>
          <p:cNvSpPr/>
          <p:nvPr/>
        </p:nvSpPr>
        <p:spPr>
          <a:xfrm>
            <a:off x="8229600" y="6248520"/>
            <a:ext cx="914040" cy="456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trike="noStrike" u="none">
                <a:solidFill>
                  <a:schemeClr val="lt1"/>
                </a:solidFill>
                <a:effectLst/>
                <a:uFillTx/>
                <a:latin typeface="Verdana"/>
                <a:ea typeface="Verdana"/>
              </a:rPr>
              <a:t>12-</a:t>
            </a:r>
            <a:fld id="{BB6263F8-FEBF-4037-A0C1-F34F5D8EE897}" type="slidenum">
              <a:rPr b="0" lang="en-US" sz="1200" strike="noStrike" u="none">
                <a:solidFill>
                  <a:schemeClr val="lt1"/>
                </a:solidFill>
                <a:effectLst/>
                <a:uFillTx/>
                <a:latin typeface="Verdana"/>
                <a:ea typeface="Verdana"/>
              </a:rPr>
              <a:t>&lt;number&gt;</a:t>
            </a:fld>
            <a:endParaRPr b="0" lang="en-US" sz="1200" strike="noStrike" u="none">
              <a:solidFill>
                <a:srgbClr val="000000"/>
              </a:solidFill>
              <a:effectLst/>
              <a:uFillTx/>
              <a:latin typeface="Arial"/>
            </a:endParaRPr>
          </a:p>
        </p:txBody>
      </p:sp>
      <p:sp>
        <p:nvSpPr>
          <p:cNvPr id="71" name="Copyright"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Content">
    <p:bg>
      <p:bgPr>
        <a:solidFill>
          <a:srgbClr val="ffffff"/>
        </a:solidFill>
      </p:bgPr>
    </p:bg>
    <p:spTree>
      <p:nvGrpSpPr>
        <p:cNvPr id="1" name=""/>
        <p:cNvGrpSpPr/>
        <p:nvPr/>
      </p:nvGrpSpPr>
      <p:grpSpPr>
        <a:xfrm>
          <a:off x="0" y="0"/>
          <a:ext cx="0" cy="0"/>
          <a:chOff x="0" y="0"/>
          <a:chExt cx="0" cy="0"/>
        </a:xfrm>
      </p:grpSpPr>
      <p:sp>
        <p:nvSpPr>
          <p:cNvPr id="72" name="Rectangle 6"/>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73" name="Rectangle 13"/>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74" name="Picture 2" descr=""/>
          <p:cNvPicPr/>
          <p:nvPr/>
        </p:nvPicPr>
        <p:blipFill>
          <a:blip r:embed="rId2"/>
          <a:stretch/>
        </p:blipFill>
        <p:spPr>
          <a:xfrm>
            <a:off x="76320" y="6372360"/>
            <a:ext cx="1361880" cy="409320"/>
          </a:xfrm>
          <a:prstGeom prst="rect">
            <a:avLst/>
          </a:prstGeom>
          <a:noFill/>
          <a:ln w="0">
            <a:noFill/>
          </a:ln>
        </p:spPr>
      </p:pic>
      <p:sp>
        <p:nvSpPr>
          <p:cNvPr id="75" name="Copyright"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76"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rPr>
              <a:t>Click to edit Master title style</a:t>
            </a:r>
            <a:endParaRPr b="0" lang="en-US" sz="3600" strike="noStrike" u="none">
              <a:solidFill>
                <a:schemeClr val="dk1"/>
              </a:solidFill>
              <a:effectLst/>
              <a:uFillTx/>
              <a:latin typeface="Arial"/>
            </a:endParaRPr>
          </a:p>
        </p:txBody>
      </p:sp>
      <p:sp>
        <p:nvSpPr>
          <p:cNvPr id="77" name="PlaceHolder 2"/>
          <p:cNvSpPr>
            <a:spLocks noGrp="1"/>
          </p:cNvSpPr>
          <p:nvPr>
            <p:ph type="body"/>
          </p:nvPr>
        </p:nvSpPr>
        <p:spPr>
          <a:xfrm>
            <a:off x="152280" y="1600200"/>
            <a:ext cx="8838720" cy="46479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Click to edit Master text styles</a:t>
            </a:r>
            <a:endParaRPr b="0" lang="en-US" sz="26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Second level</a:t>
            </a:r>
            <a:endParaRPr b="0" lang="en-US" sz="2400" strike="noStrike" u="none">
              <a:solidFill>
                <a:schemeClr val="dk1"/>
              </a:solidFill>
              <a:effectLst/>
              <a:uFillTx/>
              <a:latin typeface="Arial"/>
            </a:endParaRPr>
          </a:p>
          <a:p>
            <a:pPr lvl="2" marL="1143000" indent="-228600">
              <a:lnSpc>
                <a:spcPct val="100000"/>
              </a:lnSpc>
              <a:spcBef>
                <a:spcPts val="439"/>
              </a:spcBef>
              <a:buClr>
                <a:srgbClr val="8a288f"/>
              </a:buClr>
              <a:buFont typeface="Wingdings" charset="2"/>
              <a:buChar char=""/>
            </a:pPr>
            <a:r>
              <a:rPr b="0" lang="en-US" sz="2200" strike="noStrike" u="none">
                <a:solidFill>
                  <a:schemeClr val="dk1"/>
                </a:solidFill>
                <a:effectLst/>
                <a:uFillTx/>
                <a:latin typeface="Arial"/>
                <a:ea typeface="Verdana"/>
              </a:rPr>
              <a:t>Third level</a:t>
            </a:r>
            <a:endParaRPr b="0" lang="en-US" sz="2200" strike="noStrike" u="none">
              <a:solidFill>
                <a:schemeClr val="dk1"/>
              </a:solidFill>
              <a:effectLst/>
              <a:uFillTx/>
              <a:latin typeface="Arial"/>
            </a:endParaRPr>
          </a:p>
          <a:p>
            <a:pPr lvl="3" marL="1600200" indent="-228600">
              <a:lnSpc>
                <a:spcPct val="100000"/>
              </a:lnSpc>
              <a:spcBef>
                <a:spcPts val="400"/>
              </a:spcBef>
              <a:buClr>
                <a:srgbClr val="8a288f"/>
              </a:buClr>
              <a:buFont typeface="Courier New"/>
              <a:buChar char="o"/>
            </a:pPr>
            <a:r>
              <a:rPr b="0" lang="en-US" sz="2000" strike="noStrike" u="none">
                <a:solidFill>
                  <a:schemeClr val="dk1"/>
                </a:solidFill>
                <a:effectLst/>
                <a:uFillTx/>
                <a:latin typeface="Arial"/>
                <a:ea typeface="Verdana"/>
              </a:rPr>
              <a:t>Fourth level</a:t>
            </a:r>
            <a:endParaRPr b="0" lang="en-US" sz="2000" strike="noStrike" u="none">
              <a:solidFill>
                <a:schemeClr val="dk1"/>
              </a:solidFill>
              <a:effectLst/>
              <a:uFillTx/>
              <a:latin typeface="Arial"/>
            </a:endParaRPr>
          </a:p>
          <a:p>
            <a:pPr lvl="4" marL="2057400" indent="-228600">
              <a:lnSpc>
                <a:spcPct val="100000"/>
              </a:lnSpc>
              <a:spcBef>
                <a:spcPts val="400"/>
              </a:spcBef>
              <a:buClr>
                <a:srgbClr val="8a288f"/>
              </a:buClr>
              <a:buFont typeface="Arial"/>
              <a:buChar char="»"/>
            </a:pPr>
            <a:r>
              <a:rPr b="0" lang="en-US" sz="2000" strike="noStrike" u="none">
                <a:solidFill>
                  <a:schemeClr val="dk1"/>
                </a:solidFill>
                <a:effectLst/>
                <a:uFillTx/>
                <a:latin typeface="Arial"/>
                <a:ea typeface="Verdana"/>
              </a:rPr>
              <a:t>Fifth level</a:t>
            </a:r>
            <a:endParaRPr b="0" lang="en-US" sz="2000" strike="noStrike" u="none">
              <a:solidFill>
                <a:schemeClr val="dk1"/>
              </a:solidFill>
              <a:effectLst/>
              <a:uFillTx/>
              <a:latin typeface="Arial"/>
            </a:endParaRPr>
          </a:p>
        </p:txBody>
      </p:sp>
      <p:sp>
        <p:nvSpPr>
          <p:cNvPr id="78" name="PlaceHolder 3"/>
          <p:cNvSpPr>
            <a:spLocks noGrp="1"/>
          </p:cNvSpPr>
          <p:nvPr>
            <p:ph type="ftr" idx="9"/>
          </p:nvPr>
        </p:nvSpPr>
        <p:spPr>
          <a:xfrm>
            <a:off x="2743200" y="6353280"/>
            <a:ext cx="3809520" cy="456840"/>
          </a:xfrm>
          <a:prstGeom prst="rect">
            <a:avLst/>
          </a:prstGeom>
          <a:noFill/>
          <a:ln w="0">
            <a:noFill/>
          </a:ln>
        </p:spPr>
        <p:txBody>
          <a:bodyPr lIns="90000" rIns="90000" tIns="45000" bIns="45000" anchor="t">
            <a:noAutofit/>
          </a:bodyPr>
          <a:lstStyle>
            <a:lvl1pPr indent="0">
              <a:lnSpc>
                <a:spcPct val="100000"/>
              </a:lnSpc>
              <a:buNone/>
              <a:defRPr b="0" lang="en-US" sz="2400" strike="noStrike" u="none">
                <a:solidFill>
                  <a:schemeClr val="dk1"/>
                </a:solidFill>
                <a:effectLst/>
                <a:uFillTx/>
                <a:latin typeface="Arial"/>
                <a:ea typeface="ＭＳ Ｐゴシック"/>
              </a:defRPr>
            </a:lvl1pPr>
          </a:lstStyle>
          <a:p>
            <a:pPr indent="0">
              <a:lnSpc>
                <a:spcPct val="100000"/>
              </a:lnSpc>
              <a:buNone/>
            </a:pPr>
            <a:r>
              <a:rPr b="0" lang="en-US" sz="2400" strike="noStrike" u="none">
                <a:solidFill>
                  <a:schemeClr val="dk1"/>
                </a:solidFill>
                <a:effectLst/>
                <a:uFillTx/>
                <a:latin typeface="Arial"/>
                <a:ea typeface="ＭＳ Ｐゴシック"/>
              </a:rPr>
              <a:t>&lt;footer&gt;</a:t>
            </a:r>
            <a:endParaRPr b="0" lang="en-US" sz="2400" strike="noStrike" u="none">
              <a:solidFill>
                <a:srgbClr val="000000"/>
              </a:solidFill>
              <a:effectLst/>
              <a:uFillTx/>
              <a:latin typeface="Times New Roman"/>
            </a:endParaRPr>
          </a:p>
        </p:txBody>
      </p:sp>
      <p:sp>
        <p:nvSpPr>
          <p:cNvPr id="79" name="PlaceHolder 4"/>
          <p:cNvSpPr>
            <a:spLocks noGrp="1"/>
          </p:cNvSpPr>
          <p:nvPr>
            <p:ph type="body"/>
          </p:nvPr>
        </p:nvSpPr>
        <p:spPr>
          <a:xfrm>
            <a:off x="152280" y="6400800"/>
            <a:ext cx="1676160" cy="456840"/>
          </a:xfrm>
          <a:prstGeom prst="rect">
            <a:avLst/>
          </a:prstGeom>
          <a:noFill/>
          <a:ln w="0">
            <a:noFill/>
          </a:ln>
        </p:spPr>
        <p:txBody>
          <a:bodyPr numCol="1" spcCol="0" lIns="91440" rIns="91440" tIns="45720" bIns="45720" anchor="t">
            <a:normAutofit/>
          </a:bodyPr>
          <a:p>
            <a:pPr marL="343080" indent="-343080">
              <a:lnSpc>
                <a:spcPct val="100000"/>
              </a:lnSpc>
              <a:spcBef>
                <a:spcPts val="241"/>
              </a:spcBef>
              <a:buNone/>
              <a:tabLst>
                <a:tab algn="l" pos="0"/>
              </a:tabLst>
            </a:pPr>
            <a:r>
              <a:rPr b="0" lang="en-US" sz="1200" strike="noStrike" u="none">
                <a:solidFill>
                  <a:schemeClr val="dk1"/>
                </a:solidFill>
                <a:effectLst/>
                <a:uFillTx/>
                <a:latin typeface="Arial"/>
                <a:ea typeface="Verdana"/>
              </a:rPr>
              <a:t>Page </a:t>
            </a:r>
            <a:endParaRPr b="0" lang="en-US" sz="1200" strike="noStrike" u="none">
              <a:solidFill>
                <a:schemeClr val="dk1"/>
              </a:solidFill>
              <a:effectLst/>
              <a:uFillTx/>
              <a:latin typeface="Arial"/>
            </a:endParaRPr>
          </a:p>
        </p:txBody>
      </p:sp>
      <p:sp>
        <p:nvSpPr>
          <p:cNvPr id="80" name="Rectangle 6"/>
          <p:cNvSpPr/>
          <p:nvPr/>
        </p:nvSpPr>
        <p:spPr>
          <a:xfrm>
            <a:off x="8534520" y="6248520"/>
            <a:ext cx="609120" cy="609120"/>
          </a:xfrm>
          <a:prstGeom prst="rect">
            <a:avLst/>
          </a:prstGeom>
          <a:solidFill>
            <a:srgbClr val="5e8945"/>
          </a:solidFill>
          <a:ln>
            <a:noFill/>
          </a:ln>
          <a:effectLst>
            <a:outerShdw algn="br" blurRad="76320" dir="0" kx="1200000" rotWithShape="0" sy="2300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81" name="PlaceHolder 5"/>
          <p:cNvSpPr>
            <a:spLocks noGrp="1"/>
          </p:cNvSpPr>
          <p:nvPr>
            <p:ph type="sldNum" idx="10"/>
          </p:nvPr>
        </p:nvSpPr>
        <p:spPr>
          <a:xfrm>
            <a:off x="8534520" y="6248520"/>
            <a:ext cx="609120" cy="609120"/>
          </a:xfrm>
          <a:prstGeom prst="rect">
            <a:avLst/>
          </a:prstGeom>
          <a:noFill/>
          <a:ln w="0">
            <a:noFill/>
          </a:ln>
        </p:spPr>
        <p:txBody>
          <a:bodyPr lIns="91440" rIns="91440" tIns="45720" bIns="45720" anchor="ctr">
            <a:noAutofit/>
          </a:bodyPr>
          <a:lstStyle>
            <a:lvl1pPr indent="0" algn="ctr">
              <a:lnSpc>
                <a:spcPct val="100000"/>
              </a:lnSpc>
              <a:buNone/>
              <a:defRPr b="1" lang="en-US" sz="1200" strike="noStrike" u="none">
                <a:solidFill>
                  <a:srgbClr val="eeebca"/>
                </a:solidFill>
                <a:effectLst/>
                <a:uFillTx/>
                <a:latin typeface="Arial"/>
                <a:ea typeface="ＭＳ Ｐゴシック"/>
              </a:defRPr>
            </a:lvl1pPr>
          </a:lstStyle>
          <a:p>
            <a:pPr indent="0" algn="ctr">
              <a:lnSpc>
                <a:spcPct val="100000"/>
              </a:lnSpc>
              <a:buNone/>
            </a:pPr>
            <a:fld id="{F9139998-2199-4818-82FE-6A6CA3E9E26E}" type="slidenum">
              <a:rPr b="1" lang="en-US" sz="1200" strike="noStrike" u="none">
                <a:solidFill>
                  <a:srgbClr val="eeebca"/>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le and Content">
    <p:bg>
      <p:bgPr>
        <a:solidFill>
          <a:srgbClr val="ffffff"/>
        </a:solidFill>
      </p:bgPr>
    </p:bg>
    <p:spTree>
      <p:nvGrpSpPr>
        <p:cNvPr id="1" name=""/>
        <p:cNvGrpSpPr/>
        <p:nvPr/>
      </p:nvGrpSpPr>
      <p:grpSpPr>
        <a:xfrm>
          <a:off x="0" y="0"/>
          <a:ext cx="0" cy="0"/>
          <a:chOff x="0" y="0"/>
          <a:chExt cx="0" cy="0"/>
        </a:xfrm>
      </p:grpSpPr>
      <p:sp>
        <p:nvSpPr>
          <p:cNvPr id="82" name="Rectangle 6"/>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83" name="Rectangle 13"/>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84" name="Picture 2" descr=""/>
          <p:cNvPicPr/>
          <p:nvPr/>
        </p:nvPicPr>
        <p:blipFill>
          <a:blip r:embed="rId2"/>
          <a:stretch/>
        </p:blipFill>
        <p:spPr>
          <a:xfrm>
            <a:off x="76320" y="6372360"/>
            <a:ext cx="1361880" cy="409320"/>
          </a:xfrm>
          <a:prstGeom prst="rect">
            <a:avLst/>
          </a:prstGeom>
          <a:noFill/>
          <a:ln w="0">
            <a:noFill/>
          </a:ln>
        </p:spPr>
      </p:pic>
      <p:sp>
        <p:nvSpPr>
          <p:cNvPr id="85" name="Copyright"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86"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rPr>
              <a:t>Click to edit Master title style</a:t>
            </a:r>
            <a:endParaRPr b="0" lang="en-US" sz="3600" strike="noStrike" u="none">
              <a:solidFill>
                <a:schemeClr val="dk1"/>
              </a:solidFill>
              <a:effectLst/>
              <a:uFillTx/>
              <a:latin typeface="Arial"/>
            </a:endParaRPr>
          </a:p>
        </p:txBody>
      </p:sp>
      <p:sp>
        <p:nvSpPr>
          <p:cNvPr id="87" name="PlaceHolder 2"/>
          <p:cNvSpPr>
            <a:spLocks noGrp="1"/>
          </p:cNvSpPr>
          <p:nvPr>
            <p:ph type="body"/>
          </p:nvPr>
        </p:nvSpPr>
        <p:spPr>
          <a:xfrm>
            <a:off x="152280" y="1600200"/>
            <a:ext cx="8838720" cy="46479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Click to edit Master text styles</a:t>
            </a:r>
            <a:endParaRPr b="0" lang="en-US" sz="26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Second level</a:t>
            </a:r>
            <a:endParaRPr b="0" lang="en-US" sz="2400" strike="noStrike" u="none">
              <a:solidFill>
                <a:schemeClr val="dk1"/>
              </a:solidFill>
              <a:effectLst/>
              <a:uFillTx/>
              <a:latin typeface="Arial"/>
            </a:endParaRPr>
          </a:p>
          <a:p>
            <a:pPr lvl="2" marL="1143000" indent="-228600">
              <a:lnSpc>
                <a:spcPct val="100000"/>
              </a:lnSpc>
              <a:spcBef>
                <a:spcPts val="439"/>
              </a:spcBef>
              <a:buClr>
                <a:srgbClr val="8a288f"/>
              </a:buClr>
              <a:buFont typeface="Wingdings" charset="2"/>
              <a:buChar char=""/>
            </a:pPr>
            <a:r>
              <a:rPr b="0" lang="en-US" sz="2200" strike="noStrike" u="none">
                <a:solidFill>
                  <a:schemeClr val="dk1"/>
                </a:solidFill>
                <a:effectLst/>
                <a:uFillTx/>
                <a:latin typeface="Arial"/>
                <a:ea typeface="Verdana"/>
              </a:rPr>
              <a:t>Third level</a:t>
            </a:r>
            <a:endParaRPr b="0" lang="en-US" sz="2200" strike="noStrike" u="none">
              <a:solidFill>
                <a:schemeClr val="dk1"/>
              </a:solidFill>
              <a:effectLst/>
              <a:uFillTx/>
              <a:latin typeface="Arial"/>
            </a:endParaRPr>
          </a:p>
          <a:p>
            <a:pPr lvl="3" marL="1600200" indent="-228600">
              <a:lnSpc>
                <a:spcPct val="100000"/>
              </a:lnSpc>
              <a:spcBef>
                <a:spcPts val="400"/>
              </a:spcBef>
              <a:buClr>
                <a:srgbClr val="8a288f"/>
              </a:buClr>
              <a:buFont typeface="Courier New"/>
              <a:buChar char="o"/>
            </a:pPr>
            <a:r>
              <a:rPr b="0" lang="en-US" sz="2000" strike="noStrike" u="none">
                <a:solidFill>
                  <a:schemeClr val="dk1"/>
                </a:solidFill>
                <a:effectLst/>
                <a:uFillTx/>
                <a:latin typeface="Arial"/>
                <a:ea typeface="Verdana"/>
              </a:rPr>
              <a:t>Fourth level</a:t>
            </a:r>
            <a:endParaRPr b="0" lang="en-US" sz="2000" strike="noStrike" u="none">
              <a:solidFill>
                <a:schemeClr val="dk1"/>
              </a:solidFill>
              <a:effectLst/>
              <a:uFillTx/>
              <a:latin typeface="Arial"/>
            </a:endParaRPr>
          </a:p>
          <a:p>
            <a:pPr lvl="4" marL="2057400" indent="-228600">
              <a:lnSpc>
                <a:spcPct val="100000"/>
              </a:lnSpc>
              <a:spcBef>
                <a:spcPts val="400"/>
              </a:spcBef>
              <a:buClr>
                <a:srgbClr val="8a288f"/>
              </a:buClr>
              <a:buFont typeface="Arial"/>
              <a:buChar char="»"/>
            </a:pPr>
            <a:r>
              <a:rPr b="0" lang="en-US" sz="2000" strike="noStrike" u="none">
                <a:solidFill>
                  <a:schemeClr val="dk1"/>
                </a:solidFill>
                <a:effectLst/>
                <a:uFillTx/>
                <a:latin typeface="Arial"/>
                <a:ea typeface="Verdana"/>
              </a:rPr>
              <a:t>Fifth level</a:t>
            </a:r>
            <a:endParaRPr b="0" lang="en-US" sz="2000" strike="noStrike" u="none">
              <a:solidFill>
                <a:schemeClr val="dk1"/>
              </a:solidFill>
              <a:effectLst/>
              <a:uFillTx/>
              <a:latin typeface="Arial"/>
            </a:endParaRPr>
          </a:p>
        </p:txBody>
      </p:sp>
      <p:sp>
        <p:nvSpPr>
          <p:cNvPr id="88" name="PlaceHolder 3"/>
          <p:cNvSpPr>
            <a:spLocks noGrp="1"/>
          </p:cNvSpPr>
          <p:nvPr>
            <p:ph type="ftr" idx="11"/>
          </p:nvPr>
        </p:nvSpPr>
        <p:spPr>
          <a:xfrm>
            <a:off x="2743200" y="6353280"/>
            <a:ext cx="3809520" cy="456840"/>
          </a:xfrm>
          <a:prstGeom prst="rect">
            <a:avLst/>
          </a:prstGeom>
          <a:noFill/>
          <a:ln w="0">
            <a:noFill/>
          </a:ln>
        </p:spPr>
        <p:txBody>
          <a:bodyPr lIns="90000" rIns="90000" tIns="45000" bIns="45000" anchor="t">
            <a:noAutofit/>
          </a:bodyPr>
          <a:lstStyle>
            <a:lvl1pPr indent="0">
              <a:lnSpc>
                <a:spcPct val="100000"/>
              </a:lnSpc>
              <a:buNone/>
              <a:defRPr b="0" lang="en-US" sz="2400" strike="noStrike" u="none">
                <a:solidFill>
                  <a:schemeClr val="dk1"/>
                </a:solidFill>
                <a:effectLst/>
                <a:uFillTx/>
                <a:latin typeface="Arial"/>
                <a:ea typeface="ＭＳ Ｐゴシック"/>
              </a:defRPr>
            </a:lvl1pPr>
          </a:lstStyle>
          <a:p>
            <a:pPr indent="0">
              <a:lnSpc>
                <a:spcPct val="100000"/>
              </a:lnSpc>
              <a:buNone/>
            </a:pPr>
            <a:r>
              <a:rPr b="0" lang="en-US" sz="2400" strike="noStrike" u="none">
                <a:solidFill>
                  <a:schemeClr val="dk1"/>
                </a:solidFill>
                <a:effectLst/>
                <a:uFillTx/>
                <a:latin typeface="Arial"/>
                <a:ea typeface="ＭＳ Ｐゴシック"/>
              </a:rPr>
              <a:t>&lt;footer&gt;</a:t>
            </a:r>
            <a:endParaRPr b="0" lang="en-US" sz="2400" strike="noStrike" u="none">
              <a:solidFill>
                <a:srgbClr val="000000"/>
              </a:solidFill>
              <a:effectLst/>
              <a:uFillTx/>
              <a:latin typeface="Times New Roman"/>
            </a:endParaRPr>
          </a:p>
        </p:txBody>
      </p:sp>
      <p:sp>
        <p:nvSpPr>
          <p:cNvPr id="89" name="PlaceHolder 4"/>
          <p:cNvSpPr>
            <a:spLocks noGrp="1"/>
          </p:cNvSpPr>
          <p:nvPr>
            <p:ph type="body"/>
          </p:nvPr>
        </p:nvSpPr>
        <p:spPr>
          <a:xfrm>
            <a:off x="152280" y="6400800"/>
            <a:ext cx="1676160" cy="456840"/>
          </a:xfrm>
          <a:prstGeom prst="rect">
            <a:avLst/>
          </a:prstGeom>
          <a:noFill/>
          <a:ln w="0">
            <a:noFill/>
          </a:ln>
        </p:spPr>
        <p:txBody>
          <a:bodyPr numCol="1" spcCol="0" lIns="91440" rIns="91440" tIns="45720" bIns="45720" anchor="t">
            <a:normAutofit/>
          </a:bodyPr>
          <a:p>
            <a:pPr marL="343080" indent="-343080">
              <a:lnSpc>
                <a:spcPct val="100000"/>
              </a:lnSpc>
              <a:spcBef>
                <a:spcPts val="241"/>
              </a:spcBef>
              <a:buNone/>
              <a:tabLst>
                <a:tab algn="l" pos="0"/>
              </a:tabLst>
            </a:pPr>
            <a:r>
              <a:rPr b="0" lang="en-US" sz="1200" strike="noStrike" u="none">
                <a:solidFill>
                  <a:schemeClr val="dk1"/>
                </a:solidFill>
                <a:effectLst/>
                <a:uFillTx/>
                <a:latin typeface="Arial"/>
                <a:ea typeface="Verdana"/>
              </a:rPr>
              <a:t>Page </a:t>
            </a:r>
            <a:endParaRPr b="0" lang="en-US" sz="1200" strike="noStrike" u="none">
              <a:solidFill>
                <a:schemeClr val="dk1"/>
              </a:solidFill>
              <a:effectLst/>
              <a:uFillTx/>
              <a:latin typeface="Arial"/>
            </a:endParaRPr>
          </a:p>
        </p:txBody>
      </p:sp>
      <p:sp>
        <p:nvSpPr>
          <p:cNvPr id="90" name="Rectangle 6"/>
          <p:cNvSpPr/>
          <p:nvPr/>
        </p:nvSpPr>
        <p:spPr>
          <a:xfrm>
            <a:off x="8534520" y="6248520"/>
            <a:ext cx="609120" cy="609120"/>
          </a:xfrm>
          <a:prstGeom prst="rect">
            <a:avLst/>
          </a:prstGeom>
          <a:solidFill>
            <a:srgbClr val="5e8945"/>
          </a:solidFill>
          <a:ln>
            <a:noFill/>
          </a:ln>
          <a:effectLst>
            <a:outerShdw algn="br" blurRad="76320" dir="0" kx="1200000" rotWithShape="0" sy="2300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91" name="PlaceHolder 5"/>
          <p:cNvSpPr>
            <a:spLocks noGrp="1"/>
          </p:cNvSpPr>
          <p:nvPr>
            <p:ph type="sldNum" idx="12"/>
          </p:nvPr>
        </p:nvSpPr>
        <p:spPr>
          <a:xfrm>
            <a:off x="8534520" y="6248520"/>
            <a:ext cx="609120" cy="609120"/>
          </a:xfrm>
          <a:prstGeom prst="rect">
            <a:avLst/>
          </a:prstGeom>
          <a:noFill/>
          <a:ln w="0">
            <a:noFill/>
          </a:ln>
        </p:spPr>
        <p:txBody>
          <a:bodyPr lIns="91440" rIns="91440" tIns="45720" bIns="45720" anchor="ctr">
            <a:noAutofit/>
          </a:bodyPr>
          <a:lstStyle>
            <a:lvl1pPr indent="0" algn="ctr">
              <a:lnSpc>
                <a:spcPct val="100000"/>
              </a:lnSpc>
              <a:buNone/>
              <a:defRPr b="1" lang="en-US" sz="1200" strike="noStrike" u="none">
                <a:solidFill>
                  <a:srgbClr val="eeebca"/>
                </a:solidFill>
                <a:effectLst/>
                <a:uFillTx/>
                <a:latin typeface="Arial"/>
                <a:ea typeface="ＭＳ Ｐゴシック"/>
              </a:defRPr>
            </a:lvl1pPr>
          </a:lstStyle>
          <a:p>
            <a:pPr indent="0" algn="ctr">
              <a:lnSpc>
                <a:spcPct val="100000"/>
              </a:lnSpc>
              <a:buNone/>
            </a:pPr>
            <a:fld id="{C389B7CA-7241-42B9-8144-89DD7DF4C8FE}" type="slidenum">
              <a:rPr b="1" lang="en-US" sz="1200" strike="noStrike" u="none">
                <a:solidFill>
                  <a:srgbClr val="eeebca"/>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Title and Content">
    <p:bg>
      <p:bgPr>
        <a:solidFill>
          <a:srgbClr val="ffffff"/>
        </a:solidFill>
      </p:bgPr>
    </p:bg>
    <p:spTree>
      <p:nvGrpSpPr>
        <p:cNvPr id="1" name=""/>
        <p:cNvGrpSpPr/>
        <p:nvPr/>
      </p:nvGrpSpPr>
      <p:grpSpPr>
        <a:xfrm>
          <a:off x="0" y="0"/>
          <a:ext cx="0" cy="0"/>
          <a:chOff x="0" y="0"/>
          <a:chExt cx="0" cy="0"/>
        </a:xfrm>
      </p:grpSpPr>
      <p:sp>
        <p:nvSpPr>
          <p:cNvPr id="92" name="Rectangle 6"/>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93" name="Rectangle 13"/>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94" name="Picture 2" descr=""/>
          <p:cNvPicPr/>
          <p:nvPr/>
        </p:nvPicPr>
        <p:blipFill>
          <a:blip r:embed="rId2"/>
          <a:stretch/>
        </p:blipFill>
        <p:spPr>
          <a:xfrm>
            <a:off x="76320" y="6372360"/>
            <a:ext cx="1361880" cy="409320"/>
          </a:xfrm>
          <a:prstGeom prst="rect">
            <a:avLst/>
          </a:prstGeom>
          <a:noFill/>
          <a:ln w="0">
            <a:noFill/>
          </a:ln>
        </p:spPr>
      </p:pic>
      <p:sp>
        <p:nvSpPr>
          <p:cNvPr id="95" name="Copyright"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96"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rPr>
              <a:t>Click to edit Master title style</a:t>
            </a:r>
            <a:endParaRPr b="0" lang="en-US" sz="3600" strike="noStrike" u="none">
              <a:solidFill>
                <a:schemeClr val="dk1"/>
              </a:solidFill>
              <a:effectLst/>
              <a:uFillTx/>
              <a:latin typeface="Arial"/>
            </a:endParaRPr>
          </a:p>
        </p:txBody>
      </p:sp>
      <p:sp>
        <p:nvSpPr>
          <p:cNvPr id="97" name="PlaceHolder 2"/>
          <p:cNvSpPr>
            <a:spLocks noGrp="1"/>
          </p:cNvSpPr>
          <p:nvPr>
            <p:ph type="body"/>
          </p:nvPr>
        </p:nvSpPr>
        <p:spPr>
          <a:xfrm>
            <a:off x="152280" y="1600200"/>
            <a:ext cx="8838720" cy="46479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Click to edit Master text styles</a:t>
            </a:r>
            <a:endParaRPr b="0" lang="en-US" sz="26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Second level</a:t>
            </a:r>
            <a:endParaRPr b="0" lang="en-US" sz="2400" strike="noStrike" u="none">
              <a:solidFill>
                <a:schemeClr val="dk1"/>
              </a:solidFill>
              <a:effectLst/>
              <a:uFillTx/>
              <a:latin typeface="Arial"/>
            </a:endParaRPr>
          </a:p>
          <a:p>
            <a:pPr lvl="2" marL="1143000" indent="-228600">
              <a:lnSpc>
                <a:spcPct val="100000"/>
              </a:lnSpc>
              <a:spcBef>
                <a:spcPts val="439"/>
              </a:spcBef>
              <a:buClr>
                <a:srgbClr val="8a288f"/>
              </a:buClr>
              <a:buFont typeface="Wingdings" charset="2"/>
              <a:buChar char=""/>
            </a:pPr>
            <a:r>
              <a:rPr b="0" lang="en-US" sz="2200" strike="noStrike" u="none">
                <a:solidFill>
                  <a:schemeClr val="dk1"/>
                </a:solidFill>
                <a:effectLst/>
                <a:uFillTx/>
                <a:latin typeface="Arial"/>
                <a:ea typeface="Verdana"/>
              </a:rPr>
              <a:t>Third level</a:t>
            </a:r>
            <a:endParaRPr b="0" lang="en-US" sz="2200" strike="noStrike" u="none">
              <a:solidFill>
                <a:schemeClr val="dk1"/>
              </a:solidFill>
              <a:effectLst/>
              <a:uFillTx/>
              <a:latin typeface="Arial"/>
            </a:endParaRPr>
          </a:p>
          <a:p>
            <a:pPr lvl="3" marL="1600200" indent="-228600">
              <a:lnSpc>
                <a:spcPct val="100000"/>
              </a:lnSpc>
              <a:spcBef>
                <a:spcPts val="400"/>
              </a:spcBef>
              <a:buClr>
                <a:srgbClr val="8a288f"/>
              </a:buClr>
              <a:buFont typeface="Courier New"/>
              <a:buChar char="o"/>
            </a:pPr>
            <a:r>
              <a:rPr b="0" lang="en-US" sz="2000" strike="noStrike" u="none">
                <a:solidFill>
                  <a:schemeClr val="dk1"/>
                </a:solidFill>
                <a:effectLst/>
                <a:uFillTx/>
                <a:latin typeface="Arial"/>
                <a:ea typeface="Verdana"/>
              </a:rPr>
              <a:t>Fourth level</a:t>
            </a:r>
            <a:endParaRPr b="0" lang="en-US" sz="2000" strike="noStrike" u="none">
              <a:solidFill>
                <a:schemeClr val="dk1"/>
              </a:solidFill>
              <a:effectLst/>
              <a:uFillTx/>
              <a:latin typeface="Arial"/>
            </a:endParaRPr>
          </a:p>
          <a:p>
            <a:pPr lvl="4" marL="2057400" indent="-228600">
              <a:lnSpc>
                <a:spcPct val="100000"/>
              </a:lnSpc>
              <a:spcBef>
                <a:spcPts val="400"/>
              </a:spcBef>
              <a:buClr>
                <a:srgbClr val="8a288f"/>
              </a:buClr>
              <a:buFont typeface="Arial"/>
              <a:buChar char="»"/>
            </a:pPr>
            <a:r>
              <a:rPr b="0" lang="en-US" sz="2000" strike="noStrike" u="none">
                <a:solidFill>
                  <a:schemeClr val="dk1"/>
                </a:solidFill>
                <a:effectLst/>
                <a:uFillTx/>
                <a:latin typeface="Arial"/>
                <a:ea typeface="Verdana"/>
              </a:rPr>
              <a:t>Fifth level</a:t>
            </a:r>
            <a:endParaRPr b="0" lang="en-US" sz="2000" strike="noStrike" u="none">
              <a:solidFill>
                <a:schemeClr val="dk1"/>
              </a:solidFill>
              <a:effectLst/>
              <a:uFillTx/>
              <a:latin typeface="Arial"/>
            </a:endParaRPr>
          </a:p>
        </p:txBody>
      </p:sp>
      <p:sp>
        <p:nvSpPr>
          <p:cNvPr id="98" name="PlaceHolder 3"/>
          <p:cNvSpPr>
            <a:spLocks noGrp="1"/>
          </p:cNvSpPr>
          <p:nvPr>
            <p:ph type="ftr" idx="13"/>
          </p:nvPr>
        </p:nvSpPr>
        <p:spPr>
          <a:xfrm>
            <a:off x="2743200" y="6353280"/>
            <a:ext cx="3809520" cy="456840"/>
          </a:xfrm>
          <a:prstGeom prst="rect">
            <a:avLst/>
          </a:prstGeom>
          <a:noFill/>
          <a:ln w="0">
            <a:noFill/>
          </a:ln>
        </p:spPr>
        <p:txBody>
          <a:bodyPr lIns="90000" rIns="90000" tIns="45000" bIns="45000" anchor="t">
            <a:noAutofit/>
          </a:bodyPr>
          <a:lstStyle>
            <a:lvl1pPr indent="0">
              <a:lnSpc>
                <a:spcPct val="100000"/>
              </a:lnSpc>
              <a:buNone/>
              <a:defRPr b="0" lang="en-US" sz="2400" strike="noStrike" u="none">
                <a:solidFill>
                  <a:schemeClr val="dk1"/>
                </a:solidFill>
                <a:effectLst/>
                <a:uFillTx/>
                <a:latin typeface="Arial"/>
                <a:ea typeface="ＭＳ Ｐゴシック"/>
              </a:defRPr>
            </a:lvl1pPr>
          </a:lstStyle>
          <a:p>
            <a:pPr indent="0">
              <a:lnSpc>
                <a:spcPct val="100000"/>
              </a:lnSpc>
              <a:buNone/>
            </a:pPr>
            <a:r>
              <a:rPr b="0" lang="en-US" sz="2400" strike="noStrike" u="none">
                <a:solidFill>
                  <a:schemeClr val="dk1"/>
                </a:solidFill>
                <a:effectLst/>
                <a:uFillTx/>
                <a:latin typeface="Arial"/>
                <a:ea typeface="ＭＳ Ｐゴシック"/>
              </a:rPr>
              <a:t>&lt;footer&gt;</a:t>
            </a:r>
            <a:endParaRPr b="0" lang="en-US" sz="2400" strike="noStrike" u="none">
              <a:solidFill>
                <a:srgbClr val="000000"/>
              </a:solidFill>
              <a:effectLst/>
              <a:uFillTx/>
              <a:latin typeface="Times New Roman"/>
            </a:endParaRPr>
          </a:p>
        </p:txBody>
      </p:sp>
      <p:sp>
        <p:nvSpPr>
          <p:cNvPr id="99" name="PlaceHolder 4"/>
          <p:cNvSpPr>
            <a:spLocks noGrp="1"/>
          </p:cNvSpPr>
          <p:nvPr>
            <p:ph type="body"/>
          </p:nvPr>
        </p:nvSpPr>
        <p:spPr>
          <a:xfrm>
            <a:off x="152280" y="6400800"/>
            <a:ext cx="1676160" cy="456840"/>
          </a:xfrm>
          <a:prstGeom prst="rect">
            <a:avLst/>
          </a:prstGeom>
          <a:noFill/>
          <a:ln w="0">
            <a:noFill/>
          </a:ln>
        </p:spPr>
        <p:txBody>
          <a:bodyPr numCol="1" spcCol="0" lIns="91440" rIns="91440" tIns="45720" bIns="45720" anchor="t">
            <a:normAutofit/>
          </a:bodyPr>
          <a:p>
            <a:pPr marL="343080" indent="-343080">
              <a:lnSpc>
                <a:spcPct val="100000"/>
              </a:lnSpc>
              <a:spcBef>
                <a:spcPts val="241"/>
              </a:spcBef>
              <a:buNone/>
              <a:tabLst>
                <a:tab algn="l" pos="0"/>
              </a:tabLst>
            </a:pPr>
            <a:r>
              <a:rPr b="0" lang="en-US" sz="1200" strike="noStrike" u="none">
                <a:solidFill>
                  <a:schemeClr val="dk1"/>
                </a:solidFill>
                <a:effectLst/>
                <a:uFillTx/>
                <a:latin typeface="Arial"/>
                <a:ea typeface="Verdana"/>
              </a:rPr>
              <a:t>Page </a:t>
            </a:r>
            <a:endParaRPr b="0" lang="en-US" sz="1200" strike="noStrike" u="none">
              <a:solidFill>
                <a:schemeClr val="dk1"/>
              </a:solidFill>
              <a:effectLst/>
              <a:uFillTx/>
              <a:latin typeface="Arial"/>
            </a:endParaRPr>
          </a:p>
        </p:txBody>
      </p:sp>
      <p:sp>
        <p:nvSpPr>
          <p:cNvPr id="100" name="Rectangle 6"/>
          <p:cNvSpPr/>
          <p:nvPr/>
        </p:nvSpPr>
        <p:spPr>
          <a:xfrm>
            <a:off x="8534520" y="6248520"/>
            <a:ext cx="609120" cy="609120"/>
          </a:xfrm>
          <a:prstGeom prst="rect">
            <a:avLst/>
          </a:prstGeom>
          <a:solidFill>
            <a:srgbClr val="5e8945"/>
          </a:solidFill>
          <a:ln>
            <a:noFill/>
          </a:ln>
          <a:effectLst>
            <a:outerShdw algn="br" blurRad="76320" dir="0" kx="1200000" rotWithShape="0" sy="2300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101" name="PlaceHolder 5"/>
          <p:cNvSpPr>
            <a:spLocks noGrp="1"/>
          </p:cNvSpPr>
          <p:nvPr>
            <p:ph type="sldNum" idx="14"/>
          </p:nvPr>
        </p:nvSpPr>
        <p:spPr>
          <a:xfrm>
            <a:off x="8534520" y="6248520"/>
            <a:ext cx="609120" cy="609120"/>
          </a:xfrm>
          <a:prstGeom prst="rect">
            <a:avLst/>
          </a:prstGeom>
          <a:noFill/>
          <a:ln w="0">
            <a:noFill/>
          </a:ln>
        </p:spPr>
        <p:txBody>
          <a:bodyPr lIns="91440" rIns="91440" tIns="45720" bIns="45720" anchor="ctr">
            <a:noAutofit/>
          </a:bodyPr>
          <a:lstStyle>
            <a:lvl1pPr indent="0" algn="ctr">
              <a:lnSpc>
                <a:spcPct val="100000"/>
              </a:lnSpc>
              <a:buNone/>
              <a:defRPr b="1" lang="en-US" sz="1200" strike="noStrike" u="none">
                <a:solidFill>
                  <a:srgbClr val="eeebca"/>
                </a:solidFill>
                <a:effectLst/>
                <a:uFillTx/>
                <a:latin typeface="Arial"/>
                <a:ea typeface="ＭＳ Ｐゴシック"/>
              </a:defRPr>
            </a:lvl1pPr>
          </a:lstStyle>
          <a:p>
            <a:pPr indent="0" algn="ctr">
              <a:lnSpc>
                <a:spcPct val="100000"/>
              </a:lnSpc>
              <a:buNone/>
            </a:pPr>
            <a:fld id="{E9C2F15C-BBCD-4C18-A8D1-B99AFE12601D}" type="slidenum">
              <a:rPr b="1" lang="en-US" sz="1200" strike="noStrike" u="none">
                <a:solidFill>
                  <a:srgbClr val="eeebca"/>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_Title and Content">
    <p:bg>
      <p:bgPr>
        <a:solidFill>
          <a:srgbClr val="ffffff"/>
        </a:solidFill>
      </p:bgPr>
    </p:bg>
    <p:spTree>
      <p:nvGrpSpPr>
        <p:cNvPr id="1" name=""/>
        <p:cNvGrpSpPr/>
        <p:nvPr/>
      </p:nvGrpSpPr>
      <p:grpSpPr>
        <a:xfrm>
          <a:off x="0" y="0"/>
          <a:ext cx="0" cy="0"/>
          <a:chOff x="0" y="0"/>
          <a:chExt cx="0" cy="0"/>
        </a:xfrm>
      </p:grpSpPr>
      <p:sp>
        <p:nvSpPr>
          <p:cNvPr id="102" name="Rectangle 6"/>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103" name="Rectangle 13"/>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104" name="Picture 2" descr=""/>
          <p:cNvPicPr/>
          <p:nvPr/>
        </p:nvPicPr>
        <p:blipFill>
          <a:blip r:embed="rId2"/>
          <a:stretch/>
        </p:blipFill>
        <p:spPr>
          <a:xfrm>
            <a:off x="76320" y="6372360"/>
            <a:ext cx="1361880" cy="409320"/>
          </a:xfrm>
          <a:prstGeom prst="rect">
            <a:avLst/>
          </a:prstGeom>
          <a:noFill/>
          <a:ln w="0">
            <a:noFill/>
          </a:ln>
        </p:spPr>
      </p:pic>
      <p:sp>
        <p:nvSpPr>
          <p:cNvPr id="105" name="Copyright"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106"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rPr>
              <a:t>Click to edit Master title style</a:t>
            </a:r>
            <a:endParaRPr b="0" lang="en-US" sz="3600" strike="noStrike" u="none">
              <a:solidFill>
                <a:schemeClr val="dk1"/>
              </a:solidFill>
              <a:effectLst/>
              <a:uFillTx/>
              <a:latin typeface="Arial"/>
            </a:endParaRPr>
          </a:p>
        </p:txBody>
      </p:sp>
      <p:sp>
        <p:nvSpPr>
          <p:cNvPr id="107" name="PlaceHolder 2"/>
          <p:cNvSpPr>
            <a:spLocks noGrp="1"/>
          </p:cNvSpPr>
          <p:nvPr>
            <p:ph type="body"/>
          </p:nvPr>
        </p:nvSpPr>
        <p:spPr>
          <a:xfrm>
            <a:off x="152280" y="1600200"/>
            <a:ext cx="8838720" cy="46479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Click to edit Master text styles</a:t>
            </a:r>
            <a:endParaRPr b="0" lang="en-US" sz="26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Second level</a:t>
            </a:r>
            <a:endParaRPr b="0" lang="en-US" sz="2400" strike="noStrike" u="none">
              <a:solidFill>
                <a:schemeClr val="dk1"/>
              </a:solidFill>
              <a:effectLst/>
              <a:uFillTx/>
              <a:latin typeface="Arial"/>
            </a:endParaRPr>
          </a:p>
          <a:p>
            <a:pPr lvl="2" marL="1143000" indent="-228600">
              <a:lnSpc>
                <a:spcPct val="100000"/>
              </a:lnSpc>
              <a:spcBef>
                <a:spcPts val="439"/>
              </a:spcBef>
              <a:buClr>
                <a:srgbClr val="8a288f"/>
              </a:buClr>
              <a:buFont typeface="Wingdings" charset="2"/>
              <a:buChar char=""/>
            </a:pPr>
            <a:r>
              <a:rPr b="0" lang="en-US" sz="2200" strike="noStrike" u="none">
                <a:solidFill>
                  <a:schemeClr val="dk1"/>
                </a:solidFill>
                <a:effectLst/>
                <a:uFillTx/>
                <a:latin typeface="Arial"/>
                <a:ea typeface="Verdana"/>
              </a:rPr>
              <a:t>Third level</a:t>
            </a:r>
            <a:endParaRPr b="0" lang="en-US" sz="2200" strike="noStrike" u="none">
              <a:solidFill>
                <a:schemeClr val="dk1"/>
              </a:solidFill>
              <a:effectLst/>
              <a:uFillTx/>
              <a:latin typeface="Arial"/>
            </a:endParaRPr>
          </a:p>
          <a:p>
            <a:pPr lvl="3" marL="1600200" indent="-228600">
              <a:lnSpc>
                <a:spcPct val="100000"/>
              </a:lnSpc>
              <a:spcBef>
                <a:spcPts val="400"/>
              </a:spcBef>
              <a:buClr>
                <a:srgbClr val="8a288f"/>
              </a:buClr>
              <a:buFont typeface="Courier New"/>
              <a:buChar char="o"/>
            </a:pPr>
            <a:r>
              <a:rPr b="0" lang="en-US" sz="2000" strike="noStrike" u="none">
                <a:solidFill>
                  <a:schemeClr val="dk1"/>
                </a:solidFill>
                <a:effectLst/>
                <a:uFillTx/>
                <a:latin typeface="Arial"/>
                <a:ea typeface="Verdana"/>
              </a:rPr>
              <a:t>Fourth level</a:t>
            </a:r>
            <a:endParaRPr b="0" lang="en-US" sz="2000" strike="noStrike" u="none">
              <a:solidFill>
                <a:schemeClr val="dk1"/>
              </a:solidFill>
              <a:effectLst/>
              <a:uFillTx/>
              <a:latin typeface="Arial"/>
            </a:endParaRPr>
          </a:p>
          <a:p>
            <a:pPr lvl="4" marL="2057400" indent="-228600">
              <a:lnSpc>
                <a:spcPct val="100000"/>
              </a:lnSpc>
              <a:spcBef>
                <a:spcPts val="400"/>
              </a:spcBef>
              <a:buClr>
                <a:srgbClr val="8a288f"/>
              </a:buClr>
              <a:buFont typeface="Arial"/>
              <a:buChar char="»"/>
            </a:pPr>
            <a:r>
              <a:rPr b="0" lang="en-US" sz="2000" strike="noStrike" u="none">
                <a:solidFill>
                  <a:schemeClr val="dk1"/>
                </a:solidFill>
                <a:effectLst/>
                <a:uFillTx/>
                <a:latin typeface="Arial"/>
                <a:ea typeface="Verdana"/>
              </a:rPr>
              <a:t>Fifth level</a:t>
            </a:r>
            <a:endParaRPr b="0" lang="en-US" sz="2000" strike="noStrike" u="none">
              <a:solidFill>
                <a:schemeClr val="dk1"/>
              </a:solidFill>
              <a:effectLst/>
              <a:uFillTx/>
              <a:latin typeface="Arial"/>
            </a:endParaRPr>
          </a:p>
        </p:txBody>
      </p:sp>
      <p:sp>
        <p:nvSpPr>
          <p:cNvPr id="108" name="PlaceHolder 3"/>
          <p:cNvSpPr>
            <a:spLocks noGrp="1"/>
          </p:cNvSpPr>
          <p:nvPr>
            <p:ph type="ftr" idx="15"/>
          </p:nvPr>
        </p:nvSpPr>
        <p:spPr>
          <a:xfrm>
            <a:off x="2743200" y="6353280"/>
            <a:ext cx="3809520" cy="456840"/>
          </a:xfrm>
          <a:prstGeom prst="rect">
            <a:avLst/>
          </a:prstGeom>
          <a:noFill/>
          <a:ln w="0">
            <a:noFill/>
          </a:ln>
        </p:spPr>
        <p:txBody>
          <a:bodyPr lIns="90000" rIns="90000" tIns="45000" bIns="45000" anchor="t">
            <a:noAutofit/>
          </a:bodyPr>
          <a:lstStyle>
            <a:lvl1pPr indent="0">
              <a:lnSpc>
                <a:spcPct val="100000"/>
              </a:lnSpc>
              <a:buNone/>
              <a:defRPr b="0" lang="en-US" sz="2400" strike="noStrike" u="none">
                <a:solidFill>
                  <a:schemeClr val="dk1"/>
                </a:solidFill>
                <a:effectLst/>
                <a:uFillTx/>
                <a:latin typeface="Arial"/>
                <a:ea typeface="ＭＳ Ｐゴシック"/>
              </a:defRPr>
            </a:lvl1pPr>
          </a:lstStyle>
          <a:p>
            <a:pPr indent="0">
              <a:lnSpc>
                <a:spcPct val="100000"/>
              </a:lnSpc>
              <a:buNone/>
            </a:pPr>
            <a:r>
              <a:rPr b="0" lang="en-US" sz="2400" strike="noStrike" u="none">
                <a:solidFill>
                  <a:schemeClr val="dk1"/>
                </a:solidFill>
                <a:effectLst/>
                <a:uFillTx/>
                <a:latin typeface="Arial"/>
                <a:ea typeface="ＭＳ Ｐゴシック"/>
              </a:rPr>
              <a:t>&lt;footer&gt;</a:t>
            </a:r>
            <a:endParaRPr b="0" lang="en-US" sz="2400" strike="noStrike" u="none">
              <a:solidFill>
                <a:srgbClr val="000000"/>
              </a:solidFill>
              <a:effectLst/>
              <a:uFillTx/>
              <a:latin typeface="Times New Roman"/>
            </a:endParaRPr>
          </a:p>
        </p:txBody>
      </p:sp>
      <p:sp>
        <p:nvSpPr>
          <p:cNvPr id="109" name="PlaceHolder 4"/>
          <p:cNvSpPr>
            <a:spLocks noGrp="1"/>
          </p:cNvSpPr>
          <p:nvPr>
            <p:ph type="body"/>
          </p:nvPr>
        </p:nvSpPr>
        <p:spPr>
          <a:xfrm>
            <a:off x="152280" y="6400800"/>
            <a:ext cx="1676160" cy="456840"/>
          </a:xfrm>
          <a:prstGeom prst="rect">
            <a:avLst/>
          </a:prstGeom>
          <a:noFill/>
          <a:ln w="0">
            <a:noFill/>
          </a:ln>
        </p:spPr>
        <p:txBody>
          <a:bodyPr numCol="1" spcCol="0" lIns="91440" rIns="91440" tIns="45720" bIns="45720" anchor="t">
            <a:normAutofit/>
          </a:bodyPr>
          <a:p>
            <a:pPr marL="343080" indent="-343080">
              <a:lnSpc>
                <a:spcPct val="100000"/>
              </a:lnSpc>
              <a:spcBef>
                <a:spcPts val="241"/>
              </a:spcBef>
              <a:buNone/>
              <a:tabLst>
                <a:tab algn="l" pos="0"/>
              </a:tabLst>
            </a:pPr>
            <a:r>
              <a:rPr b="0" lang="en-US" sz="1200" strike="noStrike" u="none">
                <a:solidFill>
                  <a:schemeClr val="dk1"/>
                </a:solidFill>
                <a:effectLst/>
                <a:uFillTx/>
                <a:latin typeface="Arial"/>
                <a:ea typeface="Verdana"/>
              </a:rPr>
              <a:t>Page </a:t>
            </a:r>
            <a:endParaRPr b="0" lang="en-US" sz="1200" strike="noStrike" u="none">
              <a:solidFill>
                <a:schemeClr val="dk1"/>
              </a:solidFill>
              <a:effectLst/>
              <a:uFillTx/>
              <a:latin typeface="Arial"/>
            </a:endParaRPr>
          </a:p>
        </p:txBody>
      </p:sp>
      <p:sp>
        <p:nvSpPr>
          <p:cNvPr id="110" name="Rectangle 6"/>
          <p:cNvSpPr/>
          <p:nvPr/>
        </p:nvSpPr>
        <p:spPr>
          <a:xfrm>
            <a:off x="8534520" y="6248520"/>
            <a:ext cx="609120" cy="609120"/>
          </a:xfrm>
          <a:prstGeom prst="rect">
            <a:avLst/>
          </a:prstGeom>
          <a:solidFill>
            <a:srgbClr val="5e8945"/>
          </a:solidFill>
          <a:ln>
            <a:noFill/>
          </a:ln>
          <a:effectLst>
            <a:outerShdw algn="br" blurRad="76320" dir="0" kx="1200000" rotWithShape="0" sy="2300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111" name="PlaceHolder 5"/>
          <p:cNvSpPr>
            <a:spLocks noGrp="1"/>
          </p:cNvSpPr>
          <p:nvPr>
            <p:ph type="sldNum" idx="16"/>
          </p:nvPr>
        </p:nvSpPr>
        <p:spPr>
          <a:xfrm>
            <a:off x="8534520" y="6248520"/>
            <a:ext cx="609120" cy="609120"/>
          </a:xfrm>
          <a:prstGeom prst="rect">
            <a:avLst/>
          </a:prstGeom>
          <a:noFill/>
          <a:ln w="0">
            <a:noFill/>
          </a:ln>
        </p:spPr>
        <p:txBody>
          <a:bodyPr lIns="91440" rIns="91440" tIns="45720" bIns="45720" anchor="ctr">
            <a:noAutofit/>
          </a:bodyPr>
          <a:lstStyle>
            <a:lvl1pPr indent="0" algn="ctr">
              <a:lnSpc>
                <a:spcPct val="100000"/>
              </a:lnSpc>
              <a:buNone/>
              <a:defRPr b="1" lang="en-US" sz="1200" strike="noStrike" u="none">
                <a:solidFill>
                  <a:srgbClr val="eeebca"/>
                </a:solidFill>
                <a:effectLst/>
                <a:uFillTx/>
                <a:latin typeface="Arial"/>
                <a:ea typeface="ＭＳ Ｐゴシック"/>
              </a:defRPr>
            </a:lvl1pPr>
          </a:lstStyle>
          <a:p>
            <a:pPr indent="0" algn="ctr">
              <a:lnSpc>
                <a:spcPct val="100000"/>
              </a:lnSpc>
              <a:buNone/>
            </a:pPr>
            <a:fld id="{2E234B91-2B3F-4EF4-B5C6-71568DD6E74E}" type="slidenum">
              <a:rPr b="1" lang="en-US" sz="1200" strike="noStrike" u="none">
                <a:solidFill>
                  <a:srgbClr val="eeebca"/>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5_Title and Content">
    <p:bg>
      <p:bgPr>
        <a:solidFill>
          <a:srgbClr val="ffffff"/>
        </a:solidFill>
      </p:bgPr>
    </p:bg>
    <p:spTree>
      <p:nvGrpSpPr>
        <p:cNvPr id="1" name=""/>
        <p:cNvGrpSpPr/>
        <p:nvPr/>
      </p:nvGrpSpPr>
      <p:grpSpPr>
        <a:xfrm>
          <a:off x="0" y="0"/>
          <a:ext cx="0" cy="0"/>
          <a:chOff x="0" y="0"/>
          <a:chExt cx="0" cy="0"/>
        </a:xfrm>
      </p:grpSpPr>
      <p:sp>
        <p:nvSpPr>
          <p:cNvPr id="112" name="Rectangle 6"/>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113" name="Rectangle 13"/>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114" name="Picture 2" descr=""/>
          <p:cNvPicPr/>
          <p:nvPr/>
        </p:nvPicPr>
        <p:blipFill>
          <a:blip r:embed="rId2"/>
          <a:stretch/>
        </p:blipFill>
        <p:spPr>
          <a:xfrm>
            <a:off x="76320" y="6372360"/>
            <a:ext cx="1361880" cy="409320"/>
          </a:xfrm>
          <a:prstGeom prst="rect">
            <a:avLst/>
          </a:prstGeom>
          <a:noFill/>
          <a:ln w="0">
            <a:noFill/>
          </a:ln>
        </p:spPr>
      </p:pic>
      <p:sp>
        <p:nvSpPr>
          <p:cNvPr id="115" name="Copyright"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116"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rPr>
              <a:t>Click to edit Master title style</a:t>
            </a:r>
            <a:endParaRPr b="0" lang="en-US" sz="3600" strike="noStrike" u="none">
              <a:solidFill>
                <a:schemeClr val="dk1"/>
              </a:solidFill>
              <a:effectLst/>
              <a:uFillTx/>
              <a:latin typeface="Arial"/>
            </a:endParaRPr>
          </a:p>
        </p:txBody>
      </p:sp>
      <p:sp>
        <p:nvSpPr>
          <p:cNvPr id="117" name="PlaceHolder 2"/>
          <p:cNvSpPr>
            <a:spLocks noGrp="1"/>
          </p:cNvSpPr>
          <p:nvPr>
            <p:ph type="body"/>
          </p:nvPr>
        </p:nvSpPr>
        <p:spPr>
          <a:xfrm>
            <a:off x="152280" y="1600200"/>
            <a:ext cx="8838720" cy="46479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Click to edit Master text styles</a:t>
            </a:r>
            <a:endParaRPr b="0" lang="en-US" sz="26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Second level</a:t>
            </a:r>
            <a:endParaRPr b="0" lang="en-US" sz="2400" strike="noStrike" u="none">
              <a:solidFill>
                <a:schemeClr val="dk1"/>
              </a:solidFill>
              <a:effectLst/>
              <a:uFillTx/>
              <a:latin typeface="Arial"/>
            </a:endParaRPr>
          </a:p>
          <a:p>
            <a:pPr lvl="2" marL="1143000" indent="-228600">
              <a:lnSpc>
                <a:spcPct val="100000"/>
              </a:lnSpc>
              <a:spcBef>
                <a:spcPts val="439"/>
              </a:spcBef>
              <a:buClr>
                <a:srgbClr val="8a288f"/>
              </a:buClr>
              <a:buFont typeface="Wingdings" charset="2"/>
              <a:buChar char=""/>
            </a:pPr>
            <a:r>
              <a:rPr b="0" lang="en-US" sz="2200" strike="noStrike" u="none">
                <a:solidFill>
                  <a:schemeClr val="dk1"/>
                </a:solidFill>
                <a:effectLst/>
                <a:uFillTx/>
                <a:latin typeface="Arial"/>
                <a:ea typeface="Verdana"/>
              </a:rPr>
              <a:t>Third level</a:t>
            </a:r>
            <a:endParaRPr b="0" lang="en-US" sz="2200" strike="noStrike" u="none">
              <a:solidFill>
                <a:schemeClr val="dk1"/>
              </a:solidFill>
              <a:effectLst/>
              <a:uFillTx/>
              <a:latin typeface="Arial"/>
            </a:endParaRPr>
          </a:p>
          <a:p>
            <a:pPr lvl="3" marL="1600200" indent="-228600">
              <a:lnSpc>
                <a:spcPct val="100000"/>
              </a:lnSpc>
              <a:spcBef>
                <a:spcPts val="400"/>
              </a:spcBef>
              <a:buClr>
                <a:srgbClr val="8a288f"/>
              </a:buClr>
              <a:buFont typeface="Courier New"/>
              <a:buChar char="o"/>
            </a:pPr>
            <a:r>
              <a:rPr b="0" lang="en-US" sz="2000" strike="noStrike" u="none">
                <a:solidFill>
                  <a:schemeClr val="dk1"/>
                </a:solidFill>
                <a:effectLst/>
                <a:uFillTx/>
                <a:latin typeface="Arial"/>
                <a:ea typeface="Verdana"/>
              </a:rPr>
              <a:t>Fourth level</a:t>
            </a:r>
            <a:endParaRPr b="0" lang="en-US" sz="2000" strike="noStrike" u="none">
              <a:solidFill>
                <a:schemeClr val="dk1"/>
              </a:solidFill>
              <a:effectLst/>
              <a:uFillTx/>
              <a:latin typeface="Arial"/>
            </a:endParaRPr>
          </a:p>
          <a:p>
            <a:pPr lvl="4" marL="2057400" indent="-228600">
              <a:lnSpc>
                <a:spcPct val="100000"/>
              </a:lnSpc>
              <a:spcBef>
                <a:spcPts val="400"/>
              </a:spcBef>
              <a:buClr>
                <a:srgbClr val="8a288f"/>
              </a:buClr>
              <a:buFont typeface="Arial"/>
              <a:buChar char="»"/>
            </a:pPr>
            <a:r>
              <a:rPr b="0" lang="en-US" sz="2000" strike="noStrike" u="none">
                <a:solidFill>
                  <a:schemeClr val="dk1"/>
                </a:solidFill>
                <a:effectLst/>
                <a:uFillTx/>
                <a:latin typeface="Arial"/>
                <a:ea typeface="Verdana"/>
              </a:rPr>
              <a:t>Fifth level</a:t>
            </a:r>
            <a:endParaRPr b="0" lang="en-US" sz="2000" strike="noStrike" u="none">
              <a:solidFill>
                <a:schemeClr val="dk1"/>
              </a:solidFill>
              <a:effectLst/>
              <a:uFillTx/>
              <a:latin typeface="Arial"/>
            </a:endParaRPr>
          </a:p>
        </p:txBody>
      </p:sp>
      <p:sp>
        <p:nvSpPr>
          <p:cNvPr id="118" name="PlaceHolder 3"/>
          <p:cNvSpPr>
            <a:spLocks noGrp="1"/>
          </p:cNvSpPr>
          <p:nvPr>
            <p:ph type="ftr" idx="17"/>
          </p:nvPr>
        </p:nvSpPr>
        <p:spPr>
          <a:xfrm>
            <a:off x="2743200" y="6353280"/>
            <a:ext cx="3809520" cy="456840"/>
          </a:xfrm>
          <a:prstGeom prst="rect">
            <a:avLst/>
          </a:prstGeom>
          <a:noFill/>
          <a:ln w="0">
            <a:noFill/>
          </a:ln>
        </p:spPr>
        <p:txBody>
          <a:bodyPr lIns="90000" rIns="90000" tIns="45000" bIns="45000" anchor="t">
            <a:noAutofit/>
          </a:bodyPr>
          <a:lstStyle>
            <a:lvl1pPr indent="0">
              <a:lnSpc>
                <a:spcPct val="100000"/>
              </a:lnSpc>
              <a:buNone/>
              <a:defRPr b="0" lang="en-US" sz="2400" strike="noStrike" u="none">
                <a:solidFill>
                  <a:schemeClr val="dk1"/>
                </a:solidFill>
                <a:effectLst/>
                <a:uFillTx/>
                <a:latin typeface="Arial"/>
                <a:ea typeface="ＭＳ Ｐゴシック"/>
              </a:defRPr>
            </a:lvl1pPr>
          </a:lstStyle>
          <a:p>
            <a:pPr indent="0">
              <a:lnSpc>
                <a:spcPct val="100000"/>
              </a:lnSpc>
              <a:buNone/>
            </a:pPr>
            <a:r>
              <a:rPr b="0" lang="en-US" sz="2400" strike="noStrike" u="none">
                <a:solidFill>
                  <a:schemeClr val="dk1"/>
                </a:solidFill>
                <a:effectLst/>
                <a:uFillTx/>
                <a:latin typeface="Arial"/>
                <a:ea typeface="ＭＳ Ｐゴシック"/>
              </a:rPr>
              <a:t>&lt;footer&gt;</a:t>
            </a:r>
            <a:endParaRPr b="0" lang="en-US" sz="2400" strike="noStrike" u="none">
              <a:solidFill>
                <a:srgbClr val="000000"/>
              </a:solidFill>
              <a:effectLst/>
              <a:uFillTx/>
              <a:latin typeface="Times New Roman"/>
            </a:endParaRPr>
          </a:p>
        </p:txBody>
      </p:sp>
      <p:sp>
        <p:nvSpPr>
          <p:cNvPr id="119" name="PlaceHolder 4"/>
          <p:cNvSpPr>
            <a:spLocks noGrp="1"/>
          </p:cNvSpPr>
          <p:nvPr>
            <p:ph type="body"/>
          </p:nvPr>
        </p:nvSpPr>
        <p:spPr>
          <a:xfrm>
            <a:off x="152280" y="6400800"/>
            <a:ext cx="1676160" cy="456840"/>
          </a:xfrm>
          <a:prstGeom prst="rect">
            <a:avLst/>
          </a:prstGeom>
          <a:noFill/>
          <a:ln w="0">
            <a:noFill/>
          </a:ln>
        </p:spPr>
        <p:txBody>
          <a:bodyPr numCol="1" spcCol="0" lIns="91440" rIns="91440" tIns="45720" bIns="45720" anchor="t">
            <a:normAutofit/>
          </a:bodyPr>
          <a:p>
            <a:pPr marL="343080" indent="-343080">
              <a:lnSpc>
                <a:spcPct val="100000"/>
              </a:lnSpc>
              <a:spcBef>
                <a:spcPts val="241"/>
              </a:spcBef>
              <a:buNone/>
              <a:tabLst>
                <a:tab algn="l" pos="0"/>
              </a:tabLst>
            </a:pPr>
            <a:r>
              <a:rPr b="0" lang="en-US" sz="1200" strike="noStrike" u="none">
                <a:solidFill>
                  <a:schemeClr val="dk1"/>
                </a:solidFill>
                <a:effectLst/>
                <a:uFillTx/>
                <a:latin typeface="Arial"/>
                <a:ea typeface="Verdana"/>
              </a:rPr>
              <a:t>Page </a:t>
            </a:r>
            <a:endParaRPr b="0" lang="en-US" sz="1200" strike="noStrike" u="none">
              <a:solidFill>
                <a:schemeClr val="dk1"/>
              </a:solidFill>
              <a:effectLst/>
              <a:uFillTx/>
              <a:latin typeface="Arial"/>
            </a:endParaRPr>
          </a:p>
        </p:txBody>
      </p:sp>
      <p:sp>
        <p:nvSpPr>
          <p:cNvPr id="120" name="Rectangle 6"/>
          <p:cNvSpPr/>
          <p:nvPr/>
        </p:nvSpPr>
        <p:spPr>
          <a:xfrm>
            <a:off x="8534520" y="6248520"/>
            <a:ext cx="609120" cy="609120"/>
          </a:xfrm>
          <a:prstGeom prst="rect">
            <a:avLst/>
          </a:prstGeom>
          <a:solidFill>
            <a:srgbClr val="5e8945"/>
          </a:solidFill>
          <a:ln>
            <a:noFill/>
          </a:ln>
          <a:effectLst>
            <a:outerShdw algn="br" blurRad="76320" dir="0" kx="1200000" rotWithShape="0" sy="2300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121" name="PlaceHolder 5"/>
          <p:cNvSpPr>
            <a:spLocks noGrp="1"/>
          </p:cNvSpPr>
          <p:nvPr>
            <p:ph type="sldNum" idx="18"/>
          </p:nvPr>
        </p:nvSpPr>
        <p:spPr>
          <a:xfrm>
            <a:off x="8534520" y="6248520"/>
            <a:ext cx="609120" cy="609120"/>
          </a:xfrm>
          <a:prstGeom prst="rect">
            <a:avLst/>
          </a:prstGeom>
          <a:noFill/>
          <a:ln w="0">
            <a:noFill/>
          </a:ln>
        </p:spPr>
        <p:txBody>
          <a:bodyPr lIns="91440" rIns="91440" tIns="45720" bIns="45720" anchor="ctr">
            <a:noAutofit/>
          </a:bodyPr>
          <a:lstStyle>
            <a:lvl1pPr indent="0" algn="ctr">
              <a:lnSpc>
                <a:spcPct val="100000"/>
              </a:lnSpc>
              <a:buNone/>
              <a:defRPr b="1" lang="en-US" sz="1200" strike="noStrike" u="none">
                <a:solidFill>
                  <a:srgbClr val="eeebca"/>
                </a:solidFill>
                <a:effectLst/>
                <a:uFillTx/>
                <a:latin typeface="Arial"/>
                <a:ea typeface="ＭＳ Ｐゴシック"/>
              </a:defRPr>
            </a:lvl1pPr>
          </a:lstStyle>
          <a:p>
            <a:pPr indent="0" algn="ctr">
              <a:lnSpc>
                <a:spcPct val="100000"/>
              </a:lnSpc>
              <a:buNone/>
            </a:pPr>
            <a:fld id="{61BA3659-B162-4DF8-BFC3-1394BD35B274}" type="slidenum">
              <a:rPr b="1" lang="en-US" sz="1200" strike="noStrike" u="none">
                <a:solidFill>
                  <a:srgbClr val="eeebca"/>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6_Title and Content">
    <p:bg>
      <p:bgPr>
        <a:solidFill>
          <a:srgbClr val="ffffff"/>
        </a:solidFill>
      </p:bgPr>
    </p:bg>
    <p:spTree>
      <p:nvGrpSpPr>
        <p:cNvPr id="1" name=""/>
        <p:cNvGrpSpPr/>
        <p:nvPr/>
      </p:nvGrpSpPr>
      <p:grpSpPr>
        <a:xfrm>
          <a:off x="0" y="0"/>
          <a:ext cx="0" cy="0"/>
          <a:chOff x="0" y="0"/>
          <a:chExt cx="0" cy="0"/>
        </a:xfrm>
      </p:grpSpPr>
      <p:sp>
        <p:nvSpPr>
          <p:cNvPr id="122" name="Rectangle 6"/>
          <p:cNvSpPr/>
          <p:nvPr/>
        </p:nvSpPr>
        <p:spPr>
          <a:xfrm>
            <a:off x="0" y="0"/>
            <a:ext cx="9143640" cy="121896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123" name="Rectangle 13"/>
          <p:cNvSpPr/>
          <p:nvPr/>
        </p:nvSpPr>
        <p:spPr>
          <a:xfrm>
            <a:off x="-7920" y="6248520"/>
            <a:ext cx="9161280" cy="630000"/>
          </a:xfrm>
          <a:prstGeom prst="rect">
            <a:avLst/>
          </a:prstGeom>
          <a:solidFill>
            <a:srgbClr val="8a288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pic>
        <p:nvPicPr>
          <p:cNvPr id="124" name="Picture 2" descr=""/>
          <p:cNvPicPr/>
          <p:nvPr/>
        </p:nvPicPr>
        <p:blipFill>
          <a:blip r:embed="rId2"/>
          <a:stretch/>
        </p:blipFill>
        <p:spPr>
          <a:xfrm>
            <a:off x="76320" y="6372360"/>
            <a:ext cx="1361880" cy="409320"/>
          </a:xfrm>
          <a:prstGeom prst="rect">
            <a:avLst/>
          </a:prstGeom>
          <a:noFill/>
          <a:ln w="0">
            <a:noFill/>
          </a:ln>
        </p:spPr>
      </p:pic>
      <p:sp>
        <p:nvSpPr>
          <p:cNvPr id="125" name="Copyright" descr="Pearson: Copyright 2015, 2012, 2009"/>
          <p:cNvSpPr/>
          <p:nvPr/>
        </p:nvSpPr>
        <p:spPr>
          <a:xfrm>
            <a:off x="1676520" y="6297480"/>
            <a:ext cx="644400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
        <p:nvSpPr>
          <p:cNvPr id="126"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rPr>
              <a:t>Click to edit Master title style</a:t>
            </a:r>
            <a:endParaRPr b="0" lang="en-US" sz="3600" strike="noStrike" u="none">
              <a:solidFill>
                <a:schemeClr val="dk1"/>
              </a:solidFill>
              <a:effectLst/>
              <a:uFillTx/>
              <a:latin typeface="Arial"/>
            </a:endParaRPr>
          </a:p>
        </p:txBody>
      </p:sp>
      <p:sp>
        <p:nvSpPr>
          <p:cNvPr id="127" name="PlaceHolder 2"/>
          <p:cNvSpPr>
            <a:spLocks noGrp="1"/>
          </p:cNvSpPr>
          <p:nvPr>
            <p:ph type="body"/>
          </p:nvPr>
        </p:nvSpPr>
        <p:spPr>
          <a:xfrm>
            <a:off x="152280" y="1600200"/>
            <a:ext cx="8838720" cy="46479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Click to edit Master text styles</a:t>
            </a:r>
            <a:endParaRPr b="0" lang="en-US" sz="26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Second level</a:t>
            </a:r>
            <a:endParaRPr b="0" lang="en-US" sz="2400" strike="noStrike" u="none">
              <a:solidFill>
                <a:schemeClr val="dk1"/>
              </a:solidFill>
              <a:effectLst/>
              <a:uFillTx/>
              <a:latin typeface="Arial"/>
            </a:endParaRPr>
          </a:p>
          <a:p>
            <a:pPr lvl="2" marL="1143000" indent="-228600">
              <a:lnSpc>
                <a:spcPct val="100000"/>
              </a:lnSpc>
              <a:spcBef>
                <a:spcPts val="439"/>
              </a:spcBef>
              <a:buClr>
                <a:srgbClr val="8a288f"/>
              </a:buClr>
              <a:buFont typeface="Wingdings" charset="2"/>
              <a:buChar char=""/>
            </a:pPr>
            <a:r>
              <a:rPr b="0" lang="en-US" sz="2200" strike="noStrike" u="none">
                <a:solidFill>
                  <a:schemeClr val="dk1"/>
                </a:solidFill>
                <a:effectLst/>
                <a:uFillTx/>
                <a:latin typeface="Arial"/>
                <a:ea typeface="Verdana"/>
              </a:rPr>
              <a:t>Third level</a:t>
            </a:r>
            <a:endParaRPr b="0" lang="en-US" sz="2200" strike="noStrike" u="none">
              <a:solidFill>
                <a:schemeClr val="dk1"/>
              </a:solidFill>
              <a:effectLst/>
              <a:uFillTx/>
              <a:latin typeface="Arial"/>
            </a:endParaRPr>
          </a:p>
          <a:p>
            <a:pPr lvl="3" marL="1600200" indent="-228600">
              <a:lnSpc>
                <a:spcPct val="100000"/>
              </a:lnSpc>
              <a:spcBef>
                <a:spcPts val="400"/>
              </a:spcBef>
              <a:buClr>
                <a:srgbClr val="8a288f"/>
              </a:buClr>
              <a:buFont typeface="Courier New"/>
              <a:buChar char="o"/>
            </a:pPr>
            <a:r>
              <a:rPr b="0" lang="en-US" sz="2000" strike="noStrike" u="none">
                <a:solidFill>
                  <a:schemeClr val="dk1"/>
                </a:solidFill>
                <a:effectLst/>
                <a:uFillTx/>
                <a:latin typeface="Arial"/>
                <a:ea typeface="Verdana"/>
              </a:rPr>
              <a:t>Fourth level</a:t>
            </a:r>
            <a:endParaRPr b="0" lang="en-US" sz="2000" strike="noStrike" u="none">
              <a:solidFill>
                <a:schemeClr val="dk1"/>
              </a:solidFill>
              <a:effectLst/>
              <a:uFillTx/>
              <a:latin typeface="Arial"/>
            </a:endParaRPr>
          </a:p>
          <a:p>
            <a:pPr lvl="4" marL="2057400" indent="-228600">
              <a:lnSpc>
                <a:spcPct val="100000"/>
              </a:lnSpc>
              <a:spcBef>
                <a:spcPts val="400"/>
              </a:spcBef>
              <a:buClr>
                <a:srgbClr val="8a288f"/>
              </a:buClr>
              <a:buFont typeface="Arial"/>
              <a:buChar char="»"/>
            </a:pPr>
            <a:r>
              <a:rPr b="0" lang="en-US" sz="2000" strike="noStrike" u="none">
                <a:solidFill>
                  <a:schemeClr val="dk1"/>
                </a:solidFill>
                <a:effectLst/>
                <a:uFillTx/>
                <a:latin typeface="Arial"/>
                <a:ea typeface="Verdana"/>
              </a:rPr>
              <a:t>Fifth level</a:t>
            </a:r>
            <a:endParaRPr b="0" lang="en-US" sz="2000" strike="noStrike" u="none">
              <a:solidFill>
                <a:schemeClr val="dk1"/>
              </a:solidFill>
              <a:effectLst/>
              <a:uFillTx/>
              <a:latin typeface="Arial"/>
            </a:endParaRPr>
          </a:p>
        </p:txBody>
      </p:sp>
      <p:sp>
        <p:nvSpPr>
          <p:cNvPr id="128" name="PlaceHolder 3"/>
          <p:cNvSpPr>
            <a:spLocks noGrp="1"/>
          </p:cNvSpPr>
          <p:nvPr>
            <p:ph type="ftr" idx="19"/>
          </p:nvPr>
        </p:nvSpPr>
        <p:spPr>
          <a:xfrm>
            <a:off x="2743200" y="6353280"/>
            <a:ext cx="3809520" cy="456840"/>
          </a:xfrm>
          <a:prstGeom prst="rect">
            <a:avLst/>
          </a:prstGeom>
          <a:noFill/>
          <a:ln w="0">
            <a:noFill/>
          </a:ln>
        </p:spPr>
        <p:txBody>
          <a:bodyPr lIns="90000" rIns="90000" tIns="45000" bIns="45000" anchor="t">
            <a:noAutofit/>
          </a:bodyPr>
          <a:lstStyle>
            <a:lvl1pPr indent="0">
              <a:lnSpc>
                <a:spcPct val="100000"/>
              </a:lnSpc>
              <a:buNone/>
              <a:defRPr b="0" lang="en-US" sz="2400" strike="noStrike" u="none">
                <a:solidFill>
                  <a:schemeClr val="dk1"/>
                </a:solidFill>
                <a:effectLst/>
                <a:uFillTx/>
                <a:latin typeface="Arial"/>
                <a:ea typeface="ＭＳ Ｐゴシック"/>
              </a:defRPr>
            </a:lvl1pPr>
          </a:lstStyle>
          <a:p>
            <a:pPr indent="0">
              <a:lnSpc>
                <a:spcPct val="100000"/>
              </a:lnSpc>
              <a:buNone/>
            </a:pPr>
            <a:r>
              <a:rPr b="0" lang="en-US" sz="2400" strike="noStrike" u="none">
                <a:solidFill>
                  <a:schemeClr val="dk1"/>
                </a:solidFill>
                <a:effectLst/>
                <a:uFillTx/>
                <a:latin typeface="Arial"/>
                <a:ea typeface="ＭＳ Ｐゴシック"/>
              </a:rPr>
              <a:t>&lt;footer&gt;</a:t>
            </a:r>
            <a:endParaRPr b="0" lang="en-US" sz="2400" strike="noStrike" u="none">
              <a:solidFill>
                <a:srgbClr val="000000"/>
              </a:solidFill>
              <a:effectLst/>
              <a:uFillTx/>
              <a:latin typeface="Times New Roman"/>
            </a:endParaRPr>
          </a:p>
        </p:txBody>
      </p:sp>
      <p:sp>
        <p:nvSpPr>
          <p:cNvPr id="129" name="PlaceHolder 4"/>
          <p:cNvSpPr>
            <a:spLocks noGrp="1"/>
          </p:cNvSpPr>
          <p:nvPr>
            <p:ph type="body"/>
          </p:nvPr>
        </p:nvSpPr>
        <p:spPr>
          <a:xfrm>
            <a:off x="152280" y="6400800"/>
            <a:ext cx="1676160" cy="456840"/>
          </a:xfrm>
          <a:prstGeom prst="rect">
            <a:avLst/>
          </a:prstGeom>
          <a:noFill/>
          <a:ln w="0">
            <a:noFill/>
          </a:ln>
        </p:spPr>
        <p:txBody>
          <a:bodyPr numCol="1" spcCol="0" lIns="91440" rIns="91440" tIns="45720" bIns="45720" anchor="t">
            <a:normAutofit/>
          </a:bodyPr>
          <a:p>
            <a:pPr marL="343080" indent="-343080">
              <a:lnSpc>
                <a:spcPct val="100000"/>
              </a:lnSpc>
              <a:spcBef>
                <a:spcPts val="241"/>
              </a:spcBef>
              <a:buNone/>
              <a:tabLst>
                <a:tab algn="l" pos="0"/>
              </a:tabLst>
            </a:pPr>
            <a:r>
              <a:rPr b="0" lang="en-US" sz="1200" strike="noStrike" u="none">
                <a:solidFill>
                  <a:schemeClr val="dk1"/>
                </a:solidFill>
                <a:effectLst/>
                <a:uFillTx/>
                <a:latin typeface="Arial"/>
                <a:ea typeface="Verdana"/>
              </a:rPr>
              <a:t>Page </a:t>
            </a:r>
            <a:endParaRPr b="0" lang="en-US" sz="1200" strike="noStrike" u="none">
              <a:solidFill>
                <a:schemeClr val="dk1"/>
              </a:solidFill>
              <a:effectLst/>
              <a:uFillTx/>
              <a:latin typeface="Arial"/>
            </a:endParaRPr>
          </a:p>
        </p:txBody>
      </p:sp>
      <p:sp>
        <p:nvSpPr>
          <p:cNvPr id="130" name="Rectangle 6"/>
          <p:cNvSpPr/>
          <p:nvPr/>
        </p:nvSpPr>
        <p:spPr>
          <a:xfrm>
            <a:off x="8534520" y="6248520"/>
            <a:ext cx="609120" cy="609120"/>
          </a:xfrm>
          <a:prstGeom prst="rect">
            <a:avLst/>
          </a:prstGeom>
          <a:solidFill>
            <a:srgbClr val="5e8945"/>
          </a:solidFill>
          <a:ln>
            <a:noFill/>
          </a:ln>
          <a:effectLst>
            <a:outerShdw algn="br" blurRad="76320" dir="0" kx="1200000" rotWithShape="0" sy="2300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2400" strike="noStrike" u="none">
              <a:solidFill>
                <a:schemeClr val="lt1"/>
              </a:solidFill>
              <a:effectLst/>
              <a:uFillTx/>
              <a:latin typeface="Calibri"/>
              <a:ea typeface="ＭＳ Ｐゴシック"/>
            </a:endParaRPr>
          </a:p>
        </p:txBody>
      </p:sp>
      <p:sp>
        <p:nvSpPr>
          <p:cNvPr id="131" name="PlaceHolder 5"/>
          <p:cNvSpPr>
            <a:spLocks noGrp="1"/>
          </p:cNvSpPr>
          <p:nvPr>
            <p:ph type="sldNum" idx="20"/>
          </p:nvPr>
        </p:nvSpPr>
        <p:spPr>
          <a:xfrm>
            <a:off x="8534520" y="6248520"/>
            <a:ext cx="609120" cy="609120"/>
          </a:xfrm>
          <a:prstGeom prst="rect">
            <a:avLst/>
          </a:prstGeom>
          <a:noFill/>
          <a:ln w="0">
            <a:noFill/>
          </a:ln>
        </p:spPr>
        <p:txBody>
          <a:bodyPr lIns="91440" rIns="91440" tIns="45720" bIns="45720" anchor="ctr">
            <a:noAutofit/>
          </a:bodyPr>
          <a:lstStyle>
            <a:lvl1pPr indent="0" algn="ctr">
              <a:lnSpc>
                <a:spcPct val="100000"/>
              </a:lnSpc>
              <a:buNone/>
              <a:defRPr b="1" lang="en-US" sz="1200" strike="noStrike" u="none">
                <a:solidFill>
                  <a:srgbClr val="eeebca"/>
                </a:solidFill>
                <a:effectLst/>
                <a:uFillTx/>
                <a:latin typeface="Arial"/>
                <a:ea typeface="ＭＳ Ｐゴシック"/>
              </a:defRPr>
            </a:lvl1pPr>
          </a:lstStyle>
          <a:p>
            <a:pPr indent="0" algn="ctr">
              <a:lnSpc>
                <a:spcPct val="100000"/>
              </a:lnSpc>
              <a:buNone/>
            </a:pPr>
            <a:fld id="{9FC22932-A264-4655-AF27-EDEFAAF74056}" type="slidenum">
              <a:rPr b="1" lang="en-US" sz="1200" strike="noStrike" u="none">
                <a:solidFill>
                  <a:srgbClr val="eeebca"/>
                </a:solidFill>
                <a:effectLst/>
                <a:uFillTx/>
                <a:latin typeface="Arial"/>
                <a:ea typeface="ＭＳ Ｐゴシック"/>
              </a:rPr>
              <a:t>&lt;number&gt;</a:t>
            </a:fld>
            <a:endParaRPr b="0" lang="en-US"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7.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7.xml"/>
</Relationships>
</file>

<file path=ppt/slides/_rels/slide2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0.xml"/>
</Relationships>
</file>

<file path=ppt/slides/_rels/slide2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2.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7.xml"/>
</Relationships>
</file>

<file path=ppt/slides/_rels/slide2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7.xml"/>
</Relationships>
</file>

<file path=ppt/slides/_rels/slide2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7.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7.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
</Relationships>
</file>

<file path=ppt/slides/_rels/slide4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xml"/>
</Relationships>
</file>

<file path=ppt/slides/_rels/slide4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7.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7.xml"/>
</Relationships>
</file>

<file path=ppt/slides/_rels/slide5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
</Relationships>
</file>

<file path=ppt/slides/_rels/slide5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xml"/>
</Relationships>
</file>

<file path=ppt/slides/_rels/slide53.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5.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0" y="0"/>
            <a:ext cx="9143640" cy="1423800"/>
          </a:xfrm>
          <a:prstGeom prst="rect">
            <a:avLst/>
          </a:prstGeom>
          <a:solidFill>
            <a:srgbClr val="8a288f"/>
          </a:solidFill>
          <a:ln w="0">
            <a:noFill/>
          </a:ln>
        </p:spPr>
        <p:txBody>
          <a:bodyPr numCol="1" spcCol="0" lIns="91440" rIns="91440" tIns="45720" bIns="45720" anchor="t">
            <a:noAutofit/>
          </a:bodyPr>
          <a:p>
            <a:pPr indent="0">
              <a:lnSpc>
                <a:spcPct val="100000"/>
              </a:lnSpc>
              <a:buNone/>
            </a:pPr>
            <a:r>
              <a:rPr b="0" lang="en-US" sz="4000" strike="noStrike" u="none">
                <a:solidFill>
                  <a:schemeClr val="lt1"/>
                </a:solidFill>
                <a:effectLst/>
                <a:uFillTx/>
                <a:latin typeface="Arial"/>
                <a:ea typeface="Verdana"/>
              </a:rPr>
              <a:t>DISCOVERING COMPUTERS 2018</a:t>
            </a:r>
            <a:br>
              <a:rPr sz="3200"/>
            </a:br>
            <a:r>
              <a:rPr b="0" lang="en-US" sz="3600" strike="noStrike" u="none">
                <a:solidFill>
                  <a:schemeClr val="lt1"/>
                </a:solidFill>
                <a:effectLst/>
                <a:uFillTx/>
                <a:latin typeface="Arial"/>
                <a:ea typeface="Verdana"/>
              </a:rPr>
              <a:t>Digital Technology, Data, and Devices</a:t>
            </a:r>
            <a:endParaRPr b="0" lang="en-US" sz="3600" strike="noStrike" u="none">
              <a:solidFill>
                <a:schemeClr val="dk1"/>
              </a:solidFill>
              <a:effectLst/>
              <a:uFillTx/>
              <a:latin typeface="Arial"/>
            </a:endParaRPr>
          </a:p>
        </p:txBody>
      </p:sp>
      <p:pic>
        <p:nvPicPr>
          <p:cNvPr id="139" name="Picture 2" descr="Book cover reads title and name of the author as follows: “DISCOVERING COMPUTERS 2018: Digital Technology, Data, and Devices,” and “VERMAAT, SEBOK, FREUND, CAMPBELL, and FRYDENBERG.” Colorful patterns are shown above and below the title of the book."/>
          <p:cNvPicPr/>
          <p:nvPr/>
        </p:nvPicPr>
        <p:blipFill>
          <a:blip r:embed="rId1"/>
          <a:stretch/>
        </p:blipFill>
        <p:spPr>
          <a:xfrm>
            <a:off x="174600" y="1523880"/>
            <a:ext cx="3558960" cy="4633920"/>
          </a:xfrm>
          <a:prstGeom prst="rect">
            <a:avLst/>
          </a:prstGeom>
          <a:noFill/>
          <a:ln w="0">
            <a:noFill/>
          </a:ln>
        </p:spPr>
      </p:pic>
      <p:sp>
        <p:nvSpPr>
          <p:cNvPr id="140" name="PlaceHolder 2"/>
          <p:cNvSpPr>
            <a:spLocks noGrp="1"/>
          </p:cNvSpPr>
          <p:nvPr>
            <p:ph/>
          </p:nvPr>
        </p:nvSpPr>
        <p:spPr>
          <a:xfrm>
            <a:off x="3886200" y="1771200"/>
            <a:ext cx="4964760" cy="41720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en-US" sz="4400" strike="noStrike" u="none">
                <a:solidFill>
                  <a:schemeClr val="dk1"/>
                </a:solidFill>
                <a:effectLst/>
                <a:uFillTx/>
                <a:latin typeface="Arial"/>
                <a:ea typeface="Verdana"/>
              </a:rPr>
              <a:t>Module 12</a:t>
            </a:r>
            <a:endParaRPr b="0" lang="en-US" sz="4400" strike="noStrike" u="none">
              <a:solidFill>
                <a:schemeClr val="dk1"/>
              </a:solidFill>
              <a:effectLst/>
              <a:uFillTx/>
              <a:latin typeface="Arial"/>
            </a:endParaRPr>
          </a:p>
          <a:p>
            <a:pPr indent="0" algn="ctr">
              <a:lnSpc>
                <a:spcPct val="100000"/>
              </a:lnSpc>
              <a:buNone/>
              <a:tabLst>
                <a:tab algn="l" pos="0"/>
              </a:tabLst>
            </a:pPr>
            <a:r>
              <a:rPr b="1" lang="en-US" sz="4400" strike="noStrike" u="none">
                <a:solidFill>
                  <a:schemeClr val="dk1"/>
                </a:solidFill>
                <a:effectLst/>
                <a:uFillTx/>
                <a:latin typeface="Arial"/>
                <a:ea typeface="Verdana"/>
              </a:rPr>
              <a:t>Working in the Enterprise: </a:t>
            </a:r>
            <a:r>
              <a:rPr b="0" lang="en-US" sz="4000" strike="noStrike" u="none">
                <a:solidFill>
                  <a:schemeClr val="dk1"/>
                </a:solidFill>
                <a:effectLst/>
                <a:uFillTx/>
                <a:latin typeface="Arial"/>
                <a:ea typeface="Verdana"/>
              </a:rPr>
              <a:t>Systems, Certifications, and Careers</a:t>
            </a:r>
            <a:endParaRPr b="0" lang="en-US" sz="4000" strike="noStrike" u="none">
              <a:solidFill>
                <a:schemeClr val="dk1"/>
              </a:solidFill>
              <a:effectLst/>
              <a:uFillTx/>
              <a:latin typeface="Arial"/>
            </a:endParaRPr>
          </a:p>
        </p:txBody>
      </p:sp>
      <p:pic>
        <p:nvPicPr>
          <p:cNvPr id="141" name="Picture 2" descr=""/>
          <p:cNvPicPr/>
          <p:nvPr/>
        </p:nvPicPr>
        <p:blipFill>
          <a:blip r:embed="rId2"/>
          <a:stretch/>
        </p:blipFill>
        <p:spPr>
          <a:xfrm>
            <a:off x="76320" y="6372360"/>
            <a:ext cx="1361880" cy="409320"/>
          </a:xfrm>
          <a:prstGeom prst="rect">
            <a:avLst/>
          </a:prstGeom>
          <a:noFill/>
          <a:ln w="0">
            <a:noFill/>
          </a:ln>
        </p:spPr>
      </p:pic>
      <p:sp>
        <p:nvSpPr>
          <p:cNvPr id="142" name="PlaceHolder 3"/>
          <p:cNvSpPr>
            <a:spLocks noGrp="1"/>
          </p:cNvSpPr>
          <p:nvPr>
            <p:ph/>
          </p:nvPr>
        </p:nvSpPr>
        <p:spPr>
          <a:xfrm>
            <a:off x="1600200" y="6285240"/>
            <a:ext cx="7543440" cy="572400"/>
          </a:xfrm>
          <a:prstGeom prst="rect">
            <a:avLst/>
          </a:prstGeom>
          <a:solidFill>
            <a:srgbClr val="8a288f"/>
          </a:solidFill>
          <a:ln w="0">
            <a:noFill/>
          </a:ln>
        </p:spPr>
        <p:txBody>
          <a:bodyPr numCol="1" spcCol="0" lIns="91440" rIns="91440" tIns="45720" bIns="45720" anchor="t">
            <a:noAutofit/>
          </a:bodyPr>
          <a:p>
            <a:pPr indent="0">
              <a:spcBef>
                <a:spcPts val="1417"/>
              </a:spcBef>
              <a:buNone/>
            </a:pPr>
            <a:endParaRPr b="0" lang="en-US" sz="1100" strike="noStrike" u="none">
              <a:solidFill>
                <a:schemeClr val="dk1"/>
              </a:solidFill>
              <a:effectLst/>
              <a:uFillTx/>
              <a:latin typeface="Arial"/>
              <a:ea typeface="Verdana"/>
            </a:endParaRPr>
          </a:p>
        </p:txBody>
      </p:sp>
      <p:sp>
        <p:nvSpPr>
          <p:cNvPr id="143" name="Copyright" descr="Pearson: Copyright 2015, 2012, 2009"/>
          <p:cNvSpPr/>
          <p:nvPr/>
        </p:nvSpPr>
        <p:spPr>
          <a:xfrm>
            <a:off x="1676520" y="6297480"/>
            <a:ext cx="7314840" cy="528120"/>
          </a:xfrm>
          <a:prstGeom prst="rect">
            <a:avLst/>
          </a:prstGeom>
          <a:solidFill>
            <a:srgbClr val="8a288f"/>
          </a:solidFill>
          <a:ln w="9525">
            <a:noFill/>
          </a:ln>
        </p:spPr>
        <p:style>
          <a:lnRef idx="0"/>
          <a:fillRef idx="0"/>
          <a:effectRef idx="0"/>
          <a:fontRef idx="minor"/>
        </p:style>
        <p:txBody>
          <a:bodyPr lIns="0" rIns="0" tIns="0" bIns="0" anchor="ctr">
            <a:noAutofit/>
          </a:bodyPr>
          <a:p>
            <a:pPr>
              <a:lnSpc>
                <a:spcPct val="100000"/>
              </a:lnSpc>
            </a:pPr>
            <a:r>
              <a:rPr b="1" lang="en-US" sz="1000" strike="noStrike" u="none">
                <a:solidFill>
                  <a:schemeClr val="lt1"/>
                </a:solidFill>
                <a:effectLst/>
                <a:uFillTx/>
                <a:latin typeface="Arial Narrow"/>
                <a:ea typeface="ＭＳ Ｐゴシック"/>
              </a:rPr>
              <a:t>© 2018 Cengage</a:t>
            </a:r>
            <a:r>
              <a:rPr b="1" lang="zh-TW" sz="1000" strike="noStrike" u="none">
                <a:solidFill>
                  <a:schemeClr val="lt1"/>
                </a:solidFill>
                <a:effectLst/>
                <a:uFillTx/>
                <a:latin typeface="Calibri"/>
                <a:ea typeface="ＭＳ Ｐゴシック"/>
              </a:rPr>
              <a:t>版權所有，為課本著作之延伸教材，亦受著作權法之規範保護，僅作為授課教學使用，禁止列印、影印、未經授權重製和公開散佈</a:t>
            </a:r>
            <a:endParaRPr b="0" lang="en-US" sz="1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Objectives Overview (1 of 2)</a:t>
            </a:r>
            <a:endParaRPr b="0" lang="en-US" sz="3600" strike="noStrike" u="none">
              <a:solidFill>
                <a:schemeClr val="dk1"/>
              </a:solidFill>
              <a:effectLst/>
              <a:uFillTx/>
              <a:latin typeface="Arial"/>
            </a:endParaRPr>
          </a:p>
        </p:txBody>
      </p:sp>
      <p:sp>
        <p:nvSpPr>
          <p:cNvPr id="145"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Identify the qualities of valuable information.</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Describe various information systems used in an enterprise.</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Identify the components of and steps in information literacy.</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Describe career opportunities available in various segments of the computer industry.</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Identify job titles and responsibilities for various technology jobs.</a:t>
            </a:r>
            <a:endParaRPr b="0" lang="en-US" sz="2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Objectives Overview (2 of 2)</a:t>
            </a:r>
            <a:endParaRPr b="0" lang="en-US" sz="3600" strike="noStrike" u="none">
              <a:solidFill>
                <a:schemeClr val="dk1"/>
              </a:solidFill>
              <a:effectLst/>
              <a:uFillTx/>
              <a:latin typeface="Arial"/>
            </a:endParaRPr>
          </a:p>
        </p:txBody>
      </p:sp>
      <p:sp>
        <p:nvSpPr>
          <p:cNvPr id="147"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Identify mobile app development strategies.</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Identify ways to prepare for certification.</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Describe the general areas of Information Technology (IT) certification.</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Identify ways to begin a job search.</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Explain how to create a professional online presence.</a:t>
            </a:r>
            <a:endParaRPr b="0" lang="en-US" sz="2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The Technology Industry (1 of 2)</a:t>
            </a:r>
            <a:endParaRPr b="0" lang="en-US" sz="3600" strike="noStrike" u="none">
              <a:solidFill>
                <a:schemeClr val="dk1"/>
              </a:solidFill>
              <a:effectLst/>
              <a:uFillTx/>
              <a:latin typeface="Arial"/>
            </a:endParaRPr>
          </a:p>
        </p:txBody>
      </p:sp>
      <p:sp>
        <p:nvSpPr>
          <p:cNvPr id="149"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Nearly every job requires you to interact with technology to:</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Complete projects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Exchange information with coworkers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Meet customers’ needs</a:t>
            </a:r>
            <a:endParaRPr b="0" lang="en-US" sz="24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As new technologies emerge, organizations look for potential employees who possess skills and a desire to learn and who are comfortable using all types of technology</a:t>
            </a:r>
            <a:endParaRPr b="0" lang="en-US" sz="2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0" name="Picture 2" descr="&quot;An illustration shows a businesswoman sitting in front of her laptop thinking of a list of technology- related careers as follows:&#10;Systems analyst;&#10;Help desk specialist;&#10;Games designer/programmer;&#10;Search engine optimization expert;&#10;Computer science/ IT instructor;&#10;Customer relationship management specialist;&#10;Desktop or mobile application programmer/developer;&#10;Digital forensics examiner;&#10;Web designer;&#10;Security analyst;&#10;Computer technician;&#10;Data scientist;&#10;User experience designer;&#10;Technology salesperson;&#10;Network administrator;&#10;Internet/social media marketing specialist;&#10;Cloud architect;&#10;Web analytics expert;&#10;Corporate trainer;&#10;Web developer;&#10;Technical project manager;&#10;Computer security specialist/ mobile security specialist.&quot;&#10;"/>
          <p:cNvPicPr/>
          <p:nvPr/>
        </p:nvPicPr>
        <p:blipFill>
          <a:blip r:embed="rId1"/>
          <a:stretch/>
        </p:blipFill>
        <p:spPr>
          <a:xfrm>
            <a:off x="1373040" y="0"/>
            <a:ext cx="5636880" cy="5636880"/>
          </a:xfrm>
          <a:prstGeom prst="rect">
            <a:avLst/>
          </a:prstGeom>
          <a:noFill/>
          <a:ln w="0">
            <a:noFill/>
          </a:ln>
        </p:spPr>
      </p:pic>
      <p:sp>
        <p:nvSpPr>
          <p:cNvPr id="151" name="PlaceHolder 1"/>
          <p:cNvSpPr>
            <a:spLocks noGrp="1"/>
          </p:cNvSpPr>
          <p:nvPr>
            <p:ph/>
          </p:nvPr>
        </p:nvSpPr>
        <p:spPr>
          <a:xfrm>
            <a:off x="364320" y="5638680"/>
            <a:ext cx="8494560" cy="685440"/>
          </a:xfrm>
          <a:prstGeom prst="rect">
            <a:avLst/>
          </a:prstGeom>
          <a:noFill/>
          <a:ln w="0">
            <a:noFill/>
          </a:ln>
        </p:spPr>
        <p:txBody>
          <a:bodyPr numCol="1" spcCol="0" lIns="91440" rIns="91440" tIns="45720" bIns="45720" anchor="t">
            <a:noAutofit/>
          </a:bodyPr>
          <a:p>
            <a:pPr indent="0">
              <a:lnSpc>
                <a:spcPct val="100000"/>
              </a:lnSpc>
              <a:spcBef>
                <a:spcPts val="360"/>
              </a:spcBef>
              <a:buNone/>
              <a:tabLst>
                <a:tab algn="l" pos="0"/>
              </a:tabLst>
            </a:pPr>
            <a:r>
              <a:rPr b="1" lang="en-US" sz="1800" strike="noStrike" u="none">
                <a:solidFill>
                  <a:schemeClr val="dk1"/>
                </a:solidFill>
                <a:effectLst/>
                <a:uFillTx/>
                <a:latin typeface="Arial"/>
                <a:ea typeface="Verdana"/>
              </a:rPr>
              <a:t>Figure 12-1 </a:t>
            </a:r>
            <a:r>
              <a:rPr b="0" lang="en-US" sz="1800" strike="noStrike" u="none">
                <a:solidFill>
                  <a:schemeClr val="dk1"/>
                </a:solidFill>
                <a:effectLst/>
                <a:uFillTx/>
                <a:latin typeface="Arial"/>
                <a:ea typeface="Verdana"/>
              </a:rPr>
              <a:t>The technology industry offers many rewarding careers. iStockphoto.com / jayfish</a:t>
            </a:r>
            <a:endParaRPr b="0" lang="en-US" sz="1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7720"/>
            <a:ext cx="8305560" cy="111492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Information Systems in the Enterprise (1 of 13)</a:t>
            </a:r>
            <a:endParaRPr b="0" lang="en-US" sz="3600" strike="noStrike" u="none">
              <a:solidFill>
                <a:schemeClr val="dk1"/>
              </a:solidFill>
              <a:effectLst/>
              <a:uFillTx/>
              <a:latin typeface="Arial"/>
            </a:endParaRPr>
          </a:p>
        </p:txBody>
      </p:sp>
      <p:sp>
        <p:nvSpPr>
          <p:cNvPr id="153"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An </a:t>
            </a:r>
            <a:r>
              <a:rPr b="1" lang="en-US" sz="2800" strike="noStrike" u="none">
                <a:solidFill>
                  <a:schemeClr val="dk1"/>
                </a:solidFill>
                <a:effectLst/>
                <a:uFillTx/>
                <a:latin typeface="Arial"/>
                <a:ea typeface="Verdana"/>
              </a:rPr>
              <a:t>information system </a:t>
            </a:r>
            <a:r>
              <a:rPr b="0" lang="en-US" sz="2800" strike="noStrike" u="none">
                <a:solidFill>
                  <a:schemeClr val="dk1"/>
                </a:solidFill>
                <a:effectLst/>
                <a:uFillTx/>
                <a:latin typeface="Arial"/>
                <a:ea typeface="Verdana"/>
              </a:rPr>
              <a:t>is a set of hardware, software, data, people, and procedures that work together to produce information</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To assist with sound decision making, information must have value</a:t>
            </a:r>
            <a:endParaRPr b="0" lang="en-US" sz="2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457200" y="45720"/>
            <a:ext cx="8229240" cy="103860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Information Systems in the Enterprise (2 of 13)</a:t>
            </a:r>
            <a:endParaRPr b="0" lang="en-US" sz="3600" strike="noStrike" u="none">
              <a:solidFill>
                <a:schemeClr val="dk1"/>
              </a:solidFill>
              <a:effectLst/>
              <a:uFillTx/>
              <a:latin typeface="Arial"/>
            </a:endParaRPr>
          </a:p>
        </p:txBody>
      </p:sp>
      <p:sp>
        <p:nvSpPr>
          <p:cNvPr id="155"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For information to be valuable, it should be:</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Accurate</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Verifiable</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Timely</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Organized</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Accessible</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Useful</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Cost effective</a:t>
            </a:r>
            <a:endParaRPr b="0" lang="en-US" sz="24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457200" y="23040"/>
            <a:ext cx="822924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Information Systems in the Enterprise (3 of 13)</a:t>
            </a:r>
            <a:endParaRPr b="0" lang="en-US" sz="3600" strike="noStrike" u="none">
              <a:solidFill>
                <a:schemeClr val="dk1"/>
              </a:solidFill>
              <a:effectLst/>
              <a:uFillTx/>
              <a:latin typeface="Arial"/>
            </a:endParaRPr>
          </a:p>
        </p:txBody>
      </p:sp>
      <p:sp>
        <p:nvSpPr>
          <p:cNvPr id="157"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A typical enterprise consists of a wide variety of departments, centers, and divisions — collectively known as functional units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Human Resources (HR)</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Engineering or Product Development</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Manufacturing</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Marketing</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Sales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Customer Service</a:t>
            </a:r>
            <a:endParaRPr b="0" lang="en-US" sz="24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buNone/>
            </a:pPr>
            <a:endParaRPr b="0" lang="en-US" sz="3600" strike="noStrike" u="none">
              <a:solidFill>
                <a:schemeClr val="lt1"/>
              </a:solidFill>
              <a:effectLst/>
              <a:uFillTx/>
              <a:latin typeface="Arial"/>
            </a:endParaRPr>
          </a:p>
        </p:txBody>
      </p:sp>
      <p:sp>
        <p:nvSpPr>
          <p:cNvPr id="159" name="PlaceHolder 2"/>
          <p:cNvSpPr>
            <a:spLocks noGrp="1"/>
          </p:cNvSpPr>
          <p:nvPr>
            <p:ph/>
          </p:nvPr>
        </p:nvSpPr>
        <p:spPr>
          <a:xfrm>
            <a:off x="152280" y="1600200"/>
            <a:ext cx="8838720" cy="4647960"/>
          </a:xfrm>
          <a:prstGeom prst="rect">
            <a:avLst/>
          </a:prstGeom>
          <a:noFill/>
          <a:ln w="0">
            <a:noFill/>
          </a:ln>
        </p:spPr>
        <p:txBody>
          <a:bodyPr numCol="1" spcCol="0" lIns="91440" rIns="91440" tIns="45720" bIns="45720" anchor="t">
            <a:noAutofit/>
          </a:bodyPr>
          <a:p>
            <a:pPr indent="0">
              <a:spcBef>
                <a:spcPts val="1417"/>
              </a:spcBef>
              <a:buNone/>
            </a:pPr>
            <a:endParaRPr b="0" lang="en-US" sz="2600" strike="noStrike" u="none">
              <a:solidFill>
                <a:schemeClr val="dk1"/>
              </a:solidFill>
              <a:effectLst/>
              <a:uFillTx/>
              <a:latin typeface="Arial"/>
              <a:ea typeface="Verdana"/>
            </a:endParaRPr>
          </a:p>
        </p:txBody>
      </p:sp>
      <p:sp>
        <p:nvSpPr>
          <p:cNvPr id="160" name="PlaceHolder 3"/>
          <p:cNvSpPr>
            <a:spLocks noGrp="1"/>
          </p:cNvSpPr>
          <p:nvPr>
            <p:ph/>
          </p:nvPr>
        </p:nvSpPr>
        <p:spPr>
          <a:xfrm>
            <a:off x="152280" y="6400800"/>
            <a:ext cx="1676160" cy="456840"/>
          </a:xfrm>
          <a:prstGeom prst="rect">
            <a:avLst/>
          </a:prstGeom>
          <a:noFill/>
          <a:ln w="0">
            <a:noFill/>
          </a:ln>
        </p:spPr>
        <p:txBody>
          <a:bodyPr numCol="1" spcCol="0" lIns="91440" rIns="91440" tIns="45720" bIns="45720" anchor="t">
            <a:noAutofit/>
          </a:bodyPr>
          <a:p>
            <a:pPr indent="0">
              <a:spcBef>
                <a:spcPts val="1417"/>
              </a:spcBef>
              <a:buNone/>
            </a:pPr>
            <a:endParaRPr b="0" lang="en-US" sz="1200" strike="noStrike" u="none">
              <a:solidFill>
                <a:schemeClr val="dk1"/>
              </a:solidFill>
              <a:effectLst/>
              <a:uFillTx/>
              <a:latin typeface="Arial"/>
              <a:ea typeface="Verdana"/>
            </a:endParaRPr>
          </a:p>
        </p:txBody>
      </p:sp>
      <p:pic>
        <p:nvPicPr>
          <p:cNvPr id="161" name="Picture 2" descr=""/>
          <p:cNvPicPr/>
          <p:nvPr/>
        </p:nvPicPr>
        <p:blipFill>
          <a:blip r:embed="rId1"/>
          <a:stretch/>
        </p:blipFill>
        <p:spPr>
          <a:xfrm>
            <a:off x="0" y="0"/>
            <a:ext cx="9133920" cy="6324120"/>
          </a:xfrm>
          <a:prstGeom prst="rect">
            <a:avLst/>
          </a:prstGeom>
          <a:noFill/>
          <a:ln w="0">
            <a:noFill/>
          </a:ln>
        </p:spPr>
      </p:pic>
    </p:spTree>
  </p:cSld>
  <p:transition>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457200" y="23040"/>
            <a:ext cx="822924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Information Systems in the Enterprise (4 of 13)</a:t>
            </a:r>
            <a:endParaRPr b="0" lang="en-US" sz="3600" strike="noStrike" u="none">
              <a:solidFill>
                <a:schemeClr val="dk1"/>
              </a:solidFill>
              <a:effectLst/>
              <a:uFillTx/>
              <a:latin typeface="Arial"/>
            </a:endParaRPr>
          </a:p>
        </p:txBody>
      </p:sp>
      <p:sp>
        <p:nvSpPr>
          <p:cNvPr id="163"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1" lang="en-US" sz="2800" strike="noStrike" u="none">
                <a:solidFill>
                  <a:schemeClr val="dk1"/>
                </a:solidFill>
                <a:effectLst/>
                <a:uFillTx/>
                <a:latin typeface="Arial"/>
                <a:ea typeface="Verdana"/>
              </a:rPr>
              <a:t>Enterprise Resource Planning </a:t>
            </a:r>
            <a:r>
              <a:rPr b="0" lang="en-US" sz="2800" strike="noStrike" u="none">
                <a:solidFill>
                  <a:schemeClr val="dk1"/>
                </a:solidFill>
                <a:effectLst/>
                <a:uFillTx/>
                <a:latin typeface="Arial"/>
                <a:ea typeface="Verdana"/>
              </a:rPr>
              <a:t>(</a:t>
            </a:r>
            <a:r>
              <a:rPr b="1" lang="en-US" sz="2800" strike="noStrike" u="none">
                <a:solidFill>
                  <a:schemeClr val="dk1"/>
                </a:solidFill>
                <a:effectLst/>
                <a:uFillTx/>
                <a:latin typeface="Arial"/>
                <a:ea typeface="Verdana"/>
              </a:rPr>
              <a:t>ERP</a:t>
            </a:r>
            <a:r>
              <a:rPr b="0" lang="en-US" sz="2800" strike="noStrike" u="none">
                <a:solidFill>
                  <a:schemeClr val="dk1"/>
                </a:solidFill>
                <a:effectLst/>
                <a:uFillTx/>
                <a:latin typeface="Arial"/>
                <a:ea typeface="Verdana"/>
              </a:rPr>
              <a:t>) integrates Manufacturing Resource Planning (MRP) II with the information flow across an organization to manage and coordinate the ongoing activities of the enterprise:</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Product planning</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Manufacturing and distribution</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Accounting and finance</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Sales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Human resources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Customer support</a:t>
            </a:r>
            <a:endParaRPr b="0" lang="en-US" sz="24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4" name="Picture 2" descr="&quot;An illustration of how ERP (enterprise resource planning) encompasses the different activities in an organization as a cyclic process: &#10;Planning and logistics: accompanying photo shows a laptop displaying a planning graph and a pie chart on the screen.; Purchasing materials (MRP): accompanying photo shows two workmen discussing over a laptop.; Payments: Accompanying photo shows a woman enabling payments using her laptop.&#10;Parts inventory: Accompanying photo shows the storeroom with stocks packed.&#10;Production: Accompanying photo shows a workman working on machine.&#10;Product inventory: Accompanying photo shows the storeroom with stocks packed.&#10;Distribution: Accompanying photo shows shipping of products through a truck.&#10;Billing and collection: Accompanying photo shows a pile of papers.&#10;The arrow from billing and collection flows to planning and logistics.&#10;Other processes shown inside the flow cycle are as follows:&#10;Marketing: Accompanying photo shows a business meet in which a businessman is shown explaining a graph.&#10;HR: Accompanying photo shows a woman interviewing a man.&#10;Customer support: Accompanying photo shows a row of call center employees wearing headsets.&#10;Accounting/finance: Accompanying photo shows the accounting section of an organization.&#10;Sales: Accompanying photo shows a businessman on call; a laptop lies in front of him on the desk.&quot;&#10;"/>
          <p:cNvPicPr/>
          <p:nvPr/>
        </p:nvPicPr>
        <p:blipFill>
          <a:blip r:embed="rId1"/>
          <a:stretch/>
        </p:blipFill>
        <p:spPr>
          <a:xfrm>
            <a:off x="356040" y="0"/>
            <a:ext cx="6828480" cy="5638320"/>
          </a:xfrm>
          <a:prstGeom prst="rect">
            <a:avLst/>
          </a:prstGeom>
          <a:noFill/>
          <a:ln w="0">
            <a:noFill/>
          </a:ln>
        </p:spPr>
      </p:pic>
      <p:sp>
        <p:nvSpPr>
          <p:cNvPr id="165" name="Content Placeholder 3"/>
          <p:cNvSpPr/>
          <p:nvPr/>
        </p:nvSpPr>
        <p:spPr>
          <a:xfrm>
            <a:off x="0" y="5638680"/>
            <a:ext cx="9143640" cy="710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tabLst>
                <a:tab algn="l" pos="0"/>
              </a:tabLst>
            </a:pPr>
            <a:r>
              <a:rPr b="1" lang="en-US" sz="2000" strike="noStrike" u="none">
                <a:solidFill>
                  <a:schemeClr val="dk1"/>
                </a:solidFill>
                <a:effectLst/>
                <a:uFillTx/>
                <a:latin typeface="Arial"/>
                <a:ea typeface="Verdana"/>
              </a:rPr>
              <a:t>Figure 12-2 </a:t>
            </a:r>
            <a:r>
              <a:rPr b="0" lang="en-US" sz="2000" strike="noStrike" u="none">
                <a:solidFill>
                  <a:srgbClr val="000000"/>
                </a:solidFill>
                <a:effectLst/>
                <a:uFillTx/>
                <a:latin typeface="Arial"/>
                <a:ea typeface="Verdana"/>
              </a:rPr>
              <a:t>ERP encompasses all of the major activities throughout an enterprise.</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3040"/>
            <a:ext cx="822924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Information Systems in the Enterprise (6 of 13)</a:t>
            </a:r>
            <a:endParaRPr b="0" lang="en-US" sz="3600" strike="noStrike" u="none">
              <a:solidFill>
                <a:schemeClr val="dk1"/>
              </a:solidFill>
              <a:effectLst/>
              <a:uFillTx/>
              <a:latin typeface="Arial"/>
            </a:endParaRPr>
          </a:p>
        </p:txBody>
      </p:sp>
      <p:sp>
        <p:nvSpPr>
          <p:cNvPr id="167" name="PlaceHolder 2"/>
          <p:cNvSpPr>
            <a:spLocks noGrp="1"/>
          </p:cNvSpPr>
          <p:nvPr>
            <p:ph/>
          </p:nvPr>
        </p:nvSpPr>
        <p:spPr>
          <a:xfrm>
            <a:off x="152280" y="1231920"/>
            <a:ext cx="8838720" cy="500328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1" lang="en-US" sz="2800" strike="noStrike" u="none">
                <a:solidFill>
                  <a:schemeClr val="dk1"/>
                </a:solidFill>
                <a:effectLst/>
                <a:uFillTx/>
                <a:latin typeface="Arial"/>
                <a:ea typeface="Verdana"/>
              </a:rPr>
              <a:t>Document Management System (DMS)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Allows for storage and management of a company’s documents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Supports access control, security, version tracking, and search</a:t>
            </a:r>
            <a:endParaRPr b="0" lang="en-US" sz="24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1" lang="en-US" sz="2800" strike="noStrike" u="none">
                <a:solidFill>
                  <a:schemeClr val="dk1"/>
                </a:solidFill>
                <a:effectLst/>
                <a:uFillTx/>
                <a:latin typeface="Arial"/>
                <a:ea typeface="Verdana"/>
              </a:rPr>
              <a:t>Content Management System (CMS)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Enables and manages the publishing, modification, organization, and access of various forms of documents and other files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Provides security controls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Content added through a graphical user interface or webpage</a:t>
            </a:r>
            <a:endParaRPr b="0" lang="en-US" sz="24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p:nvPr>
        </p:nvSpPr>
        <p:spPr>
          <a:xfrm>
            <a:off x="457200" y="0"/>
            <a:ext cx="8381520" cy="19047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A Transaction Processing System (TPS) is an information system that captures and processes data from day-to-day business activities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On-Line Transaction Processing (OLTP)</a:t>
            </a:r>
            <a:endParaRPr b="0" lang="en-US" sz="2400" strike="noStrike" u="none">
              <a:solidFill>
                <a:schemeClr val="dk1"/>
              </a:solidFill>
              <a:effectLst/>
              <a:uFillTx/>
              <a:latin typeface="Arial"/>
            </a:endParaRPr>
          </a:p>
        </p:txBody>
      </p:sp>
      <p:pic>
        <p:nvPicPr>
          <p:cNvPr id="169" name="Picture 2" descr="&quot;An illustration shows two methods for making air tickets reservation: batch processing and online transaction processing (OLTP).&#10;The reservation requested at 7 am. Time is indicated by a digital clock displaying 7 am.&#10;In batch processing, a pile of paper reservations are completed and the reservation is processed at 10pm. Batch of three AirLines tickets are shown.&#10;In OLTP processing, OLTP reservation system is done and is processed at 07.01pm with an illustration of an air ticket.&quot;&#10;"/>
          <p:cNvPicPr/>
          <p:nvPr/>
        </p:nvPicPr>
        <p:blipFill>
          <a:blip r:embed="rId1"/>
          <a:stretch/>
        </p:blipFill>
        <p:spPr>
          <a:xfrm>
            <a:off x="799920" y="1752480"/>
            <a:ext cx="5067360" cy="3973680"/>
          </a:xfrm>
          <a:prstGeom prst="rect">
            <a:avLst/>
          </a:prstGeom>
          <a:noFill/>
          <a:ln w="0">
            <a:noFill/>
          </a:ln>
        </p:spPr>
      </p:pic>
      <p:sp>
        <p:nvSpPr>
          <p:cNvPr id="170" name="Content Placeholder 3"/>
          <p:cNvSpPr/>
          <p:nvPr/>
        </p:nvSpPr>
        <p:spPr>
          <a:xfrm>
            <a:off x="380880" y="5715000"/>
            <a:ext cx="8534160" cy="621720"/>
          </a:xfrm>
          <a:prstGeom prst="rect">
            <a:avLst/>
          </a:prstGeom>
          <a:noFill/>
          <a:ln w="0">
            <a:noFill/>
          </a:ln>
        </p:spPr>
        <p:style>
          <a:lnRef idx="0"/>
          <a:fillRef idx="0"/>
          <a:effectRef idx="0"/>
          <a:fontRef idx="minor"/>
        </p:style>
        <p:txBody>
          <a:bodyPr numCol="1" spcCol="0" anchor="t">
            <a:noAutofit/>
          </a:bodyPr>
          <a:p>
            <a:pPr>
              <a:lnSpc>
                <a:spcPct val="100000"/>
              </a:lnSpc>
              <a:spcBef>
                <a:spcPts val="320"/>
              </a:spcBef>
              <a:tabLst>
                <a:tab algn="l" pos="0"/>
              </a:tabLst>
            </a:pPr>
            <a:r>
              <a:rPr b="1" lang="en-US" sz="1600" strike="noStrike" u="none">
                <a:solidFill>
                  <a:schemeClr val="dk1"/>
                </a:solidFill>
                <a:effectLst/>
                <a:uFillTx/>
                <a:latin typeface="Arial"/>
                <a:ea typeface="Verdana"/>
              </a:rPr>
              <a:t>Figure 12-3 </a:t>
            </a:r>
            <a:r>
              <a:rPr b="0" lang="en-US" sz="1600" strike="noStrike" u="none">
                <a:solidFill>
                  <a:schemeClr val="dk1"/>
                </a:solidFill>
                <a:effectLst/>
                <a:uFillTx/>
                <a:latin typeface="Arial"/>
                <a:ea typeface="Verdana"/>
              </a:rPr>
              <a:t>With batch processing, all reservations would be processed together at the end of the day. With OLTP, by contrast, reservations are processed immediately.</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457200" y="23040"/>
            <a:ext cx="822924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Information Systems in the Enterprise (8 of 13)</a:t>
            </a:r>
            <a:endParaRPr b="0" lang="en-US" sz="3600" strike="noStrike" u="none">
              <a:solidFill>
                <a:schemeClr val="dk1"/>
              </a:solidFill>
              <a:effectLst/>
              <a:uFillTx/>
              <a:latin typeface="Arial"/>
            </a:endParaRPr>
          </a:p>
        </p:txBody>
      </p:sp>
      <p:sp>
        <p:nvSpPr>
          <p:cNvPr id="172"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A </a:t>
            </a:r>
            <a:r>
              <a:rPr b="1" lang="en-US" sz="2800" strike="noStrike" u="none">
                <a:solidFill>
                  <a:schemeClr val="dk1"/>
                </a:solidFill>
                <a:effectLst/>
                <a:uFillTx/>
                <a:latin typeface="Arial"/>
                <a:ea typeface="Verdana"/>
              </a:rPr>
              <a:t>Management Information System </a:t>
            </a:r>
            <a:r>
              <a:rPr b="0" lang="en-US" sz="2800" strike="noStrike" u="none">
                <a:solidFill>
                  <a:schemeClr val="dk1"/>
                </a:solidFill>
                <a:effectLst/>
                <a:uFillTx/>
                <a:latin typeface="Arial"/>
                <a:ea typeface="Verdana"/>
              </a:rPr>
              <a:t>(</a:t>
            </a:r>
            <a:r>
              <a:rPr b="1" lang="en-US" sz="2800" strike="noStrike" u="none">
                <a:solidFill>
                  <a:schemeClr val="dk1"/>
                </a:solidFill>
                <a:effectLst/>
                <a:uFillTx/>
                <a:latin typeface="Arial"/>
                <a:ea typeface="Verdana"/>
              </a:rPr>
              <a:t>MIS</a:t>
            </a:r>
            <a:r>
              <a:rPr b="0" lang="en-US" sz="2800" strike="noStrike" u="none">
                <a:solidFill>
                  <a:schemeClr val="dk1"/>
                </a:solidFill>
                <a:effectLst/>
                <a:uFillTx/>
                <a:latin typeface="Arial"/>
                <a:ea typeface="Verdana"/>
              </a:rPr>
              <a:t>) is an Information system that generates accurate, timely, and organized information, so that managers and other users can make decisions, solve problems, supervise activities, and track progress</a:t>
            </a:r>
            <a:endParaRPr b="0" lang="en-US" sz="2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152280"/>
            <a:ext cx="8305560" cy="129492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dk1"/>
                </a:solidFill>
                <a:effectLst/>
                <a:uFillTx/>
                <a:latin typeface="Arial"/>
              </a:rPr>
              <a:t>Information Systems in the Enterprise (9 of 13)</a:t>
            </a:r>
            <a:endParaRPr b="0" lang="en-US" sz="3600" strike="noStrike" u="none">
              <a:solidFill>
                <a:schemeClr val="dk1"/>
              </a:solidFill>
              <a:effectLst/>
              <a:uFillTx/>
              <a:latin typeface="Arial"/>
            </a:endParaRPr>
          </a:p>
        </p:txBody>
      </p:sp>
      <p:sp>
        <p:nvSpPr>
          <p:cNvPr id="174" name="PlaceHolder 2"/>
          <p:cNvSpPr>
            <a:spLocks noGrp="1"/>
          </p:cNvSpPr>
          <p:nvPr>
            <p:ph/>
          </p:nvPr>
        </p:nvSpPr>
        <p:spPr>
          <a:xfrm>
            <a:off x="457200" y="1600200"/>
            <a:ext cx="8152920" cy="456840"/>
          </a:xfrm>
          <a:prstGeom prst="rect">
            <a:avLst/>
          </a:prstGeom>
          <a:noFill/>
          <a:ln w="0">
            <a:noFill/>
          </a:ln>
        </p:spPr>
        <p:txBody>
          <a:bodyPr numCol="1" spcCol="0" lIns="91440" rIns="91440" tIns="45720" bIns="45720" anchor="t">
            <a:noAutofit/>
          </a:bodyPr>
          <a:p>
            <a:pPr indent="0" algn="ctr">
              <a:lnSpc>
                <a:spcPct val="100000"/>
              </a:lnSpc>
              <a:spcBef>
                <a:spcPts val="479"/>
              </a:spcBef>
              <a:buNone/>
              <a:tabLst>
                <a:tab algn="l" pos="0"/>
              </a:tabLst>
            </a:pPr>
            <a:r>
              <a:rPr b="1" lang="en-US" sz="2400" strike="noStrike" u="none">
                <a:solidFill>
                  <a:schemeClr val="dk1"/>
                </a:solidFill>
                <a:effectLst/>
                <a:uFillTx/>
                <a:latin typeface="Arial"/>
                <a:ea typeface="Verdana"/>
              </a:rPr>
              <a:t>Detailed Flight Report for Flight #328</a:t>
            </a:r>
            <a:endParaRPr b="0" lang="en-US" sz="2400" strike="noStrike" u="none">
              <a:solidFill>
                <a:schemeClr val="dk1"/>
              </a:solidFill>
              <a:effectLst/>
              <a:uFillTx/>
              <a:latin typeface="Arial"/>
            </a:endParaRPr>
          </a:p>
        </p:txBody>
      </p:sp>
      <p:graphicFrame>
        <p:nvGraphicFramePr>
          <p:cNvPr id="175" name="Table 9"/>
          <p:cNvGraphicFramePr/>
          <p:nvPr/>
        </p:nvGraphicFramePr>
        <p:xfrm>
          <a:off x="0" y="2057400"/>
          <a:ext cx="9143640" cy="4190760"/>
        </p:xfrm>
        <a:graphic>
          <a:graphicData uri="http://schemas.openxmlformats.org/drawingml/2006/table">
            <a:tbl>
              <a:tblPr/>
              <a:tblGrid>
                <a:gridCol w="1976760"/>
                <a:gridCol w="1235520"/>
                <a:gridCol w="1976760"/>
                <a:gridCol w="1812240"/>
                <a:gridCol w="2141640"/>
              </a:tblGrid>
              <a:tr h="322200">
                <a:tc>
                  <a:txBody>
                    <a:bodyPr anchor="t">
                      <a:noAutofit/>
                    </a:bodyPr>
                    <a:p>
                      <a:pPr algn="ctr" defTabSz="914400">
                        <a:lnSpc>
                          <a:spcPct val="100000"/>
                        </a:lnSpc>
                      </a:pPr>
                      <a:r>
                        <a:rPr b="1" lang="en-US" sz="1400" strike="noStrike" u="none">
                          <a:solidFill>
                            <a:schemeClr val="lt1"/>
                          </a:solidFill>
                          <a:effectLst/>
                          <a:uFillTx/>
                          <a:latin typeface="Arial"/>
                        </a:rPr>
                        <a:t>Passenger Name</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Gender</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Birthdate</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Seat</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Premier Club</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r>
              <a:tr h="322200">
                <a:tc>
                  <a:txBody>
                    <a:bodyPr anchor="t">
                      <a:noAutofit/>
                    </a:bodyPr>
                    <a:p>
                      <a:pPr defTabSz="914400">
                        <a:lnSpc>
                          <a:spcPct val="100000"/>
                        </a:lnSpc>
                      </a:pPr>
                      <a:r>
                        <a:rPr b="0" lang="es-ES" sz="1400" strike="noStrike" u="none">
                          <a:solidFill>
                            <a:schemeClr val="dk1"/>
                          </a:solidFill>
                          <a:effectLst/>
                          <a:uFillTx/>
                          <a:latin typeface="Arial"/>
                        </a:rPr>
                        <a:t>Adams, Latisha</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s-ES" sz="1400" strike="noStrike" u="none">
                          <a:solidFill>
                            <a:schemeClr val="dk1"/>
                          </a:solidFill>
                          <a:effectLst/>
                          <a:uFillTx/>
                          <a:latin typeface="Arial"/>
                        </a:rPr>
                        <a:t>4/25/92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3C</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Y</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22200">
                <a:tc>
                  <a:txBody>
                    <a:bodyPr anchor="t">
                      <a:noAutofit/>
                    </a:bodyPr>
                    <a:p>
                      <a:pPr defTabSz="914400">
                        <a:lnSpc>
                          <a:spcPct val="100000"/>
                        </a:lnSpc>
                      </a:pPr>
                      <a:r>
                        <a:rPr b="0" lang="en-US" sz="1400" strike="noStrike" u="none">
                          <a:solidFill>
                            <a:schemeClr val="dk1"/>
                          </a:solidFill>
                          <a:effectLst/>
                          <a:uFillTx/>
                          <a:latin typeface="Arial"/>
                        </a:rPr>
                        <a:t>Brewer, Milton</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M</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10/14/45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22F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N</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22200">
                <a:tc>
                  <a:txBody>
                    <a:bodyPr anchor="t">
                      <a:noAutofit/>
                    </a:bodyPr>
                    <a:p>
                      <a:pPr defTabSz="914400">
                        <a:lnSpc>
                          <a:spcPct val="100000"/>
                        </a:lnSpc>
                      </a:pPr>
                      <a:r>
                        <a:rPr b="0" lang="en-US" sz="1400" strike="noStrike" u="none">
                          <a:solidFill>
                            <a:schemeClr val="dk1"/>
                          </a:solidFill>
                          <a:effectLst/>
                          <a:uFillTx/>
                          <a:latin typeface="Arial"/>
                        </a:rPr>
                        <a:t>Cam, Lin</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12/16/91</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2A</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Y</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22200">
                <a:tc>
                  <a:txBody>
                    <a:bodyPr anchor="t">
                      <a:noAutofit/>
                    </a:bodyPr>
                    <a:p>
                      <a:pPr defTabSz="914400">
                        <a:lnSpc>
                          <a:spcPct val="100000"/>
                        </a:lnSpc>
                      </a:pPr>
                      <a:r>
                        <a:rPr b="0" lang="pt-BR" sz="1400" strike="noStrike" u="none">
                          <a:solidFill>
                            <a:schemeClr val="dk1"/>
                          </a:solidFill>
                          <a:effectLst/>
                          <a:uFillTx/>
                          <a:latin typeface="Arial"/>
                        </a:rPr>
                        <a:t>Canaan, Lana</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pt-BR" sz="1400" strike="noStrike" u="none">
                          <a:solidFill>
                            <a:schemeClr val="dk1"/>
                          </a:solidFill>
                          <a:effectLst/>
                          <a:uFillTx/>
                          <a:latin typeface="Arial"/>
                        </a:rPr>
                        <a:t>4/12/90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21A</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N</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22200">
                <a:tc>
                  <a:txBody>
                    <a:bodyPr anchor="t">
                      <a:noAutofit/>
                    </a:bodyPr>
                    <a:p>
                      <a:pPr defTabSz="914400">
                        <a:lnSpc>
                          <a:spcPct val="100000"/>
                        </a:lnSpc>
                      </a:pPr>
                      <a:r>
                        <a:rPr b="0" lang="pt-BR" sz="1400" strike="noStrike" u="none">
                          <a:solidFill>
                            <a:schemeClr val="dk1"/>
                          </a:solidFill>
                          <a:effectLst/>
                          <a:uFillTx/>
                          <a:latin typeface="Arial"/>
                        </a:rPr>
                        <a:t>Cole, Kristina</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pt-BR" sz="1400" strike="noStrike" u="none">
                          <a:solidFill>
                            <a:schemeClr val="dk1"/>
                          </a:solidFill>
                          <a:effectLst/>
                          <a:uFillTx/>
                          <a:latin typeface="Arial"/>
                        </a:rPr>
                        <a:t>5/10/79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16C</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N</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22200">
                <a:tc>
                  <a:txBody>
                    <a:bodyPr anchor="t">
                      <a:noAutofit/>
                    </a:bodyPr>
                    <a:p>
                      <a:pPr defTabSz="914400">
                        <a:lnSpc>
                          <a:spcPct val="100000"/>
                        </a:lnSpc>
                      </a:pPr>
                      <a:r>
                        <a:rPr b="0" lang="es-ES" sz="1400" strike="noStrike" u="none">
                          <a:solidFill>
                            <a:schemeClr val="dk1"/>
                          </a:solidFill>
                          <a:effectLst/>
                          <a:uFillTx/>
                          <a:latin typeface="Arial"/>
                        </a:rPr>
                        <a:t>Drake, Louella</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s-ES" sz="1400" strike="noStrike" u="none">
                          <a:solidFill>
                            <a:schemeClr val="dk1"/>
                          </a:solidFill>
                          <a:effectLst/>
                          <a:uFillTx/>
                          <a:latin typeface="Arial"/>
                        </a:rPr>
                        <a:t>3/4/81</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4A</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Y</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22200">
                <a:tc>
                  <a:txBody>
                    <a:bodyPr anchor="t">
                      <a:noAutofit/>
                    </a:bodyPr>
                    <a:p>
                      <a:pPr defTabSz="914400">
                        <a:lnSpc>
                          <a:spcPct val="100000"/>
                        </a:lnSpc>
                      </a:pPr>
                      <a:r>
                        <a:rPr b="0" lang="en-US" sz="1400" strike="noStrike" u="none">
                          <a:solidFill>
                            <a:schemeClr val="dk1"/>
                          </a:solidFill>
                          <a:effectLst/>
                          <a:uFillTx/>
                          <a:latin typeface="Arial"/>
                        </a:rPr>
                        <a:t>Galens, Lynette</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11/2/75</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2C</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N</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22200">
                <a:tc>
                  <a:txBody>
                    <a:bodyPr anchor="t">
                      <a:noAutofit/>
                    </a:bodyPr>
                    <a:p>
                      <a:pPr defTabSz="914400">
                        <a:lnSpc>
                          <a:spcPct val="100000"/>
                        </a:lnSpc>
                      </a:pPr>
                      <a:r>
                        <a:rPr b="0" lang="pt-BR" sz="1400" strike="noStrike" u="none">
                          <a:solidFill>
                            <a:schemeClr val="dk1"/>
                          </a:solidFill>
                          <a:effectLst/>
                          <a:uFillTx/>
                          <a:latin typeface="Arial"/>
                        </a:rPr>
                        <a:t>Gilbert, Laura</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pt-BR" sz="1400" strike="noStrike" u="none">
                          <a:solidFill>
                            <a:schemeClr val="dk1"/>
                          </a:solidFill>
                          <a:effectLst/>
                          <a:uFillTx/>
                          <a:latin typeface="Arial"/>
                        </a:rPr>
                        <a:t>2/20/78</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4F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N</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22200">
                <a:tc>
                  <a:txBody>
                    <a:bodyPr anchor="t">
                      <a:noAutofit/>
                    </a:bodyPr>
                    <a:p>
                      <a:pPr defTabSz="914400">
                        <a:lnSpc>
                          <a:spcPct val="100000"/>
                        </a:lnSpc>
                      </a:pPr>
                      <a:r>
                        <a:rPr b="0" lang="de-DE" sz="1400" strike="noStrike" u="none">
                          <a:solidFill>
                            <a:schemeClr val="dk1"/>
                          </a:solidFill>
                          <a:effectLst/>
                          <a:uFillTx/>
                          <a:latin typeface="Arial"/>
                        </a:rPr>
                        <a:t>Henreich, Max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M</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de-DE" sz="1400" strike="noStrike" u="none">
                          <a:solidFill>
                            <a:schemeClr val="dk1"/>
                          </a:solidFill>
                          <a:effectLst/>
                          <a:uFillTx/>
                          <a:latin typeface="Arial"/>
                        </a:rPr>
                        <a:t>3/10/85</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17C</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Y</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22200">
                <a:tc>
                  <a:txBody>
                    <a:bodyPr anchor="t">
                      <a:noAutofit/>
                    </a:bodyPr>
                    <a:p>
                      <a:pPr defTabSz="914400">
                        <a:lnSpc>
                          <a:spcPct val="100000"/>
                        </a:lnSpc>
                      </a:pPr>
                      <a:r>
                        <a:rPr b="0" lang="es-ES" sz="1400" strike="noStrike" u="none">
                          <a:solidFill>
                            <a:schemeClr val="dk1"/>
                          </a:solidFill>
                          <a:effectLst/>
                          <a:uFillTx/>
                          <a:latin typeface="Arial"/>
                        </a:rPr>
                        <a:t>Hidalgo, Ronald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M</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s-ES" sz="1400" strike="noStrike" u="none">
                          <a:solidFill>
                            <a:schemeClr val="dk1"/>
                          </a:solidFill>
                          <a:effectLst/>
                          <a:uFillTx/>
                          <a:latin typeface="Arial"/>
                        </a:rPr>
                        <a:t>10/15/44</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3F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Y</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22200">
                <a:tc>
                  <a:txBody>
                    <a:bodyPr anchor="t">
                      <a:noAutofit/>
                    </a:bodyPr>
                    <a:p>
                      <a:pPr defTabSz="914400">
                        <a:lnSpc>
                          <a:spcPct val="100000"/>
                        </a:lnSpc>
                      </a:pPr>
                      <a:r>
                        <a:rPr b="0" lang="en-US" sz="1400" strike="noStrike" u="none">
                          <a:solidFill>
                            <a:schemeClr val="dk1"/>
                          </a:solidFill>
                          <a:effectLst/>
                          <a:uFillTx/>
                          <a:latin typeface="Arial"/>
                        </a:rPr>
                        <a:t>Marsh, Constance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11/5/82</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2C</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N</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22200">
                <a:tc>
                  <a:txBody>
                    <a:bodyPr anchor="t">
                      <a:noAutofit/>
                    </a:bodyPr>
                    <a:p>
                      <a:pPr defTabSz="914400">
                        <a:lnSpc>
                          <a:spcPct val="100000"/>
                        </a:lnSpc>
                      </a:pPr>
                      <a:r>
                        <a:rPr b="0" lang="es-ES" sz="1400" strike="noStrike" u="none">
                          <a:solidFill>
                            <a:schemeClr val="dk1"/>
                          </a:solidFill>
                          <a:effectLst/>
                          <a:uFillTx/>
                          <a:latin typeface="Arial"/>
                        </a:rPr>
                        <a:t>McGill, Teresa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s-ES" sz="1400" strike="noStrike" u="none">
                          <a:solidFill>
                            <a:schemeClr val="dk1"/>
                          </a:solidFill>
                          <a:effectLst/>
                          <a:uFillTx/>
                          <a:latin typeface="Arial"/>
                        </a:rPr>
                        <a:t>2/27/73</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16F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Y</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533520" y="304920"/>
            <a:ext cx="8229240" cy="106632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dk1"/>
                </a:solidFill>
                <a:effectLst/>
                <a:uFillTx/>
                <a:latin typeface="Arial"/>
              </a:rPr>
              <a:t>Information Systems in the Enterprise (10 of 13)</a:t>
            </a:r>
            <a:endParaRPr b="0" lang="en-US" sz="3600" strike="noStrike" u="none">
              <a:solidFill>
                <a:schemeClr val="dk1"/>
              </a:solidFill>
              <a:effectLst/>
              <a:uFillTx/>
              <a:latin typeface="Arial"/>
            </a:endParaRPr>
          </a:p>
        </p:txBody>
      </p:sp>
      <p:graphicFrame>
        <p:nvGraphicFramePr>
          <p:cNvPr id="177" name="Table 9"/>
          <p:cNvGraphicFramePr/>
          <p:nvPr/>
        </p:nvGraphicFramePr>
        <p:xfrm>
          <a:off x="0" y="1981080"/>
          <a:ext cx="9143640" cy="2514240"/>
        </p:xfrm>
        <a:graphic>
          <a:graphicData uri="http://schemas.openxmlformats.org/drawingml/2006/table">
            <a:tbl>
              <a:tblPr/>
              <a:tblGrid>
                <a:gridCol w="1976760"/>
                <a:gridCol w="1235520"/>
                <a:gridCol w="1976760"/>
                <a:gridCol w="1812240"/>
                <a:gridCol w="2141640"/>
              </a:tblGrid>
              <a:tr h="358920">
                <a:tc>
                  <a:txBody>
                    <a:bodyPr anchor="t">
                      <a:noAutofit/>
                    </a:bodyPr>
                    <a:p>
                      <a:pPr algn="ctr" defTabSz="914400">
                        <a:lnSpc>
                          <a:spcPct val="100000"/>
                        </a:lnSpc>
                      </a:pPr>
                      <a:r>
                        <a:rPr b="1" lang="en-US" sz="1400" strike="noStrike" u="none">
                          <a:solidFill>
                            <a:schemeClr val="lt1"/>
                          </a:solidFill>
                          <a:effectLst/>
                          <a:uFillTx/>
                          <a:latin typeface="Arial"/>
                        </a:rPr>
                        <a:t>Passenger Name</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Gender</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Birthdate</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Seat</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Premier Club</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r>
              <a:tr h="358920">
                <a:tc>
                  <a:txBody>
                    <a:bodyPr anchor="t">
                      <a:noAutofit/>
                    </a:bodyPr>
                    <a:p>
                      <a:pPr defTabSz="914400">
                        <a:lnSpc>
                          <a:spcPct val="100000"/>
                        </a:lnSpc>
                      </a:pPr>
                      <a:r>
                        <a:rPr b="0" lang="en-US" sz="1400" strike="noStrike" u="none">
                          <a:solidFill>
                            <a:schemeClr val="dk1"/>
                          </a:solidFill>
                          <a:effectLst/>
                          <a:uFillTx/>
                          <a:latin typeface="Arial"/>
                        </a:rPr>
                        <a:t>Moretti, Leo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M</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9/22/90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17A</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Y</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58920">
                <a:tc>
                  <a:txBody>
                    <a:bodyPr anchor="t">
                      <a:noAutofit/>
                    </a:bodyPr>
                    <a:p>
                      <a:pPr defTabSz="914400">
                        <a:lnSpc>
                          <a:spcPct val="100000"/>
                        </a:lnSpc>
                      </a:pPr>
                      <a:r>
                        <a:rPr b="0" lang="pt-BR" sz="1400" strike="noStrike" u="none">
                          <a:solidFill>
                            <a:schemeClr val="dk1"/>
                          </a:solidFill>
                          <a:effectLst/>
                          <a:uFillTx/>
                          <a:latin typeface="Arial"/>
                        </a:rPr>
                        <a:t>Nitz, Dawn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pt-BR" sz="1400" strike="noStrike" u="none">
                          <a:solidFill>
                            <a:schemeClr val="dk1"/>
                          </a:solidFill>
                          <a:effectLst/>
                          <a:uFillTx/>
                          <a:latin typeface="Arial"/>
                        </a:rPr>
                        <a:t>7/12/65</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3F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N</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58920">
                <a:tc>
                  <a:txBody>
                    <a:bodyPr anchor="t">
                      <a:noAutofit/>
                    </a:bodyPr>
                    <a:p>
                      <a:pPr defTabSz="914400">
                        <a:lnSpc>
                          <a:spcPct val="100000"/>
                        </a:lnSpc>
                      </a:pPr>
                      <a:r>
                        <a:rPr b="0" lang="es-ES" sz="1400" strike="noStrike" u="none">
                          <a:solidFill>
                            <a:schemeClr val="dk1"/>
                          </a:solidFill>
                          <a:effectLst/>
                          <a:uFillTx/>
                          <a:latin typeface="Arial"/>
                        </a:rPr>
                        <a:t>Ruiz, Albert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M</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s-ES" sz="1400" strike="noStrike" u="none">
                          <a:solidFill>
                            <a:schemeClr val="dk1"/>
                          </a:solidFill>
                          <a:effectLst/>
                          <a:uFillTx/>
                          <a:latin typeface="Arial"/>
                        </a:rPr>
                        <a:t>2/13/93</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10D</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Y</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58920">
                <a:tc>
                  <a:txBody>
                    <a:bodyPr anchor="t">
                      <a:noAutofit/>
                    </a:bodyPr>
                    <a:p>
                      <a:pPr defTabSz="914400">
                        <a:lnSpc>
                          <a:spcPct val="100000"/>
                        </a:lnSpc>
                      </a:pPr>
                      <a:r>
                        <a:rPr b="0" lang="en-US" sz="1400" strike="noStrike" u="none">
                          <a:solidFill>
                            <a:schemeClr val="dk1"/>
                          </a:solidFill>
                          <a:effectLst/>
                          <a:uFillTx/>
                          <a:latin typeface="Arial"/>
                        </a:rPr>
                        <a:t>Stein, Michelle</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F</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8/16/50</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3A</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N</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58920">
                <a:tc>
                  <a:txBody>
                    <a:bodyPr anchor="t">
                      <a:noAutofit/>
                    </a:bodyPr>
                    <a:p>
                      <a:pPr defTabSz="914400">
                        <a:lnSpc>
                          <a:spcPct val="100000"/>
                        </a:lnSpc>
                      </a:pPr>
                      <a:r>
                        <a:rPr b="0" lang="pt-BR" sz="1400" strike="noStrike" u="none">
                          <a:solidFill>
                            <a:schemeClr val="dk1"/>
                          </a:solidFill>
                          <a:effectLst/>
                          <a:uFillTx/>
                          <a:latin typeface="Arial"/>
                        </a:rPr>
                        <a:t>Tu, Benjamin</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M</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pt-BR" sz="1400" strike="noStrike" u="none">
                          <a:solidFill>
                            <a:schemeClr val="dk1"/>
                          </a:solidFill>
                          <a:effectLst/>
                          <a:uFillTx/>
                          <a:latin typeface="Arial"/>
                        </a:rPr>
                        <a:t>1/16/77</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22C</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N</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58920">
                <a:tc>
                  <a:txBody>
                    <a:bodyPr anchor="t">
                      <a:noAutofit/>
                    </a:bodyPr>
                    <a:p>
                      <a:pPr defTabSz="914400">
                        <a:lnSpc>
                          <a:spcPct val="100000"/>
                        </a:lnSpc>
                      </a:pPr>
                      <a:r>
                        <a:rPr b="0" lang="en-US" sz="1400" strike="noStrike" u="none">
                          <a:solidFill>
                            <a:schemeClr val="dk1"/>
                          </a:solidFill>
                          <a:effectLst/>
                          <a:uFillTx/>
                          <a:latin typeface="Arial"/>
                        </a:rPr>
                        <a:t>Van Wijk, Fred</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M</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6/9/89</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10A</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Y</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p:nvPr>
        </p:nvSpPr>
        <p:spPr>
          <a:xfrm>
            <a:off x="1181160" y="0"/>
            <a:ext cx="6933960" cy="380520"/>
          </a:xfrm>
          <a:prstGeom prst="rect">
            <a:avLst/>
          </a:prstGeom>
          <a:noFill/>
          <a:ln w="0">
            <a:noFill/>
          </a:ln>
        </p:spPr>
        <p:txBody>
          <a:bodyPr numCol="1" spcCol="0" lIns="91440" rIns="91440" tIns="45720" bIns="45720" anchor="t">
            <a:noAutofit/>
          </a:bodyPr>
          <a:p>
            <a:pPr indent="0" algn="ctr">
              <a:lnSpc>
                <a:spcPct val="100000"/>
              </a:lnSpc>
              <a:spcBef>
                <a:spcPts val="400"/>
              </a:spcBef>
              <a:buNone/>
              <a:tabLst>
                <a:tab algn="l" pos="0"/>
              </a:tabLst>
            </a:pPr>
            <a:r>
              <a:rPr b="1" lang="en-US" sz="2000" strike="noStrike" u="none">
                <a:solidFill>
                  <a:schemeClr val="dk1"/>
                </a:solidFill>
                <a:effectLst/>
                <a:uFillTx/>
                <a:latin typeface="Arial"/>
                <a:ea typeface="Verdana"/>
              </a:rPr>
              <a:t>Summary Flight Report for March 30</a:t>
            </a:r>
            <a:endParaRPr b="0" lang="en-US" sz="2000" strike="noStrike" u="none">
              <a:solidFill>
                <a:schemeClr val="dk1"/>
              </a:solidFill>
              <a:effectLst/>
              <a:uFillTx/>
              <a:latin typeface="Arial"/>
            </a:endParaRPr>
          </a:p>
        </p:txBody>
      </p:sp>
      <p:graphicFrame>
        <p:nvGraphicFramePr>
          <p:cNvPr id="179" name="Table 5"/>
          <p:cNvGraphicFramePr/>
          <p:nvPr/>
        </p:nvGraphicFramePr>
        <p:xfrm>
          <a:off x="838080" y="380880"/>
          <a:ext cx="8305560" cy="2666520"/>
        </p:xfrm>
        <a:graphic>
          <a:graphicData uri="http://schemas.openxmlformats.org/drawingml/2006/table">
            <a:tbl>
              <a:tblPr/>
              <a:tblGrid>
                <a:gridCol w="1926720"/>
                <a:gridCol w="2167560"/>
                <a:gridCol w="1806120"/>
                <a:gridCol w="2404800"/>
              </a:tblGrid>
              <a:tr h="533160">
                <a:tc>
                  <a:txBody>
                    <a:bodyPr anchor="t">
                      <a:noAutofit/>
                    </a:bodyPr>
                    <a:p>
                      <a:pPr algn="ctr" defTabSz="914400">
                        <a:lnSpc>
                          <a:spcPct val="100000"/>
                        </a:lnSpc>
                      </a:pPr>
                      <a:r>
                        <a:rPr b="1" lang="en-US" sz="1400" strike="noStrike" u="none">
                          <a:solidFill>
                            <a:schemeClr val="lt1"/>
                          </a:solidFill>
                          <a:effectLst/>
                          <a:uFillTx/>
                          <a:latin typeface="Arial"/>
                        </a:rPr>
                        <a:t>Flight #</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Origin/ Destination</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tabLst>
                          <a:tab algn="l" pos="0"/>
                        </a:tabLst>
                      </a:pPr>
                      <a:r>
                        <a:rPr b="1" lang="en-US" sz="1400" strike="noStrike" u="none">
                          <a:solidFill>
                            <a:schemeClr val="lt1"/>
                          </a:solidFill>
                          <a:effectLst/>
                          <a:uFillTx/>
                          <a:latin typeface="Arial"/>
                        </a:rPr>
                        <a:t>Passengers</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Premier Club Members</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r>
              <a:tr h="533160">
                <a:tc>
                  <a:txBody>
                    <a:bodyPr anchor="t">
                      <a:noAutofit/>
                    </a:bodyPr>
                    <a:p>
                      <a:pPr defTabSz="914400">
                        <a:lnSpc>
                          <a:spcPct val="100000"/>
                        </a:lnSpc>
                      </a:pPr>
                      <a:r>
                        <a:rPr b="0" lang="en-US" sz="1400" strike="noStrike" u="none">
                          <a:solidFill>
                            <a:schemeClr val="dk1"/>
                          </a:solidFill>
                          <a:effectLst/>
                          <a:uFillTx/>
                          <a:latin typeface="Arial"/>
                        </a:rPr>
                        <a:t>1048</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ORD – RSW</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108</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tabLst>
                          <a:tab algn="l" pos="0"/>
                        </a:tabLst>
                      </a:pPr>
                      <a:r>
                        <a:rPr b="0" lang="en-US" sz="1400" strike="noStrike" u="none">
                          <a:solidFill>
                            <a:schemeClr val="dk1"/>
                          </a:solidFill>
                          <a:effectLst/>
                          <a:uFillTx/>
                          <a:latin typeface="Arial"/>
                        </a:rPr>
                        <a:t>33</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33160">
                <a:tc>
                  <a:txBody>
                    <a:bodyPr anchor="t">
                      <a:noAutofit/>
                    </a:bodyPr>
                    <a:p>
                      <a:pPr defTabSz="914400">
                        <a:lnSpc>
                          <a:spcPct val="100000"/>
                        </a:lnSpc>
                      </a:pPr>
                      <a:r>
                        <a:rPr b="0" lang="en-US" sz="1400" strike="noStrike" u="none">
                          <a:solidFill>
                            <a:schemeClr val="dk1"/>
                          </a:solidFill>
                          <a:effectLst/>
                          <a:uFillTx/>
                          <a:latin typeface="Arial"/>
                        </a:rPr>
                        <a:t>543</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nn-NO" sz="1400" strike="noStrike" u="none">
                          <a:solidFill>
                            <a:schemeClr val="dk1"/>
                          </a:solidFill>
                          <a:effectLst/>
                          <a:uFillTx/>
                          <a:latin typeface="Arial"/>
                        </a:rPr>
                        <a:t>ORD – BMI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nn-NO" sz="1400" strike="noStrike" u="none">
                          <a:solidFill>
                            <a:schemeClr val="dk1"/>
                          </a:solidFill>
                          <a:effectLst/>
                          <a:uFillTx/>
                          <a:latin typeface="Arial"/>
                        </a:rPr>
                        <a:t>24</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12</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33160">
                <a:tc>
                  <a:txBody>
                    <a:bodyPr anchor="t">
                      <a:noAutofit/>
                    </a:bodyPr>
                    <a:p>
                      <a:pPr defTabSz="914400">
                        <a:lnSpc>
                          <a:spcPct val="100000"/>
                        </a:lnSpc>
                      </a:pPr>
                      <a:r>
                        <a:rPr b="0" lang="en-US" sz="1400" strike="noStrike" u="none">
                          <a:solidFill>
                            <a:schemeClr val="dk1"/>
                          </a:solidFill>
                          <a:effectLst/>
                          <a:uFillTx/>
                          <a:latin typeface="Arial"/>
                        </a:rPr>
                        <a:t>715</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ORD – LAX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160</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62</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33160">
                <a:tc>
                  <a:txBody>
                    <a:bodyPr anchor="t">
                      <a:noAutofit/>
                    </a:bodyPr>
                    <a:p>
                      <a:pPr defTabSz="914400">
                        <a:lnSpc>
                          <a:spcPct val="100000"/>
                        </a:lnSpc>
                      </a:pPr>
                      <a:r>
                        <a:rPr b="0" lang="en-US" sz="1400" strike="noStrike" u="none">
                          <a:solidFill>
                            <a:schemeClr val="dk1"/>
                          </a:solidFill>
                          <a:effectLst/>
                          <a:uFillTx/>
                          <a:latin typeface="Arial"/>
                        </a:rPr>
                        <a:t>701</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nn-NO" sz="1400" strike="noStrike" u="none">
                          <a:solidFill>
                            <a:schemeClr val="dk1"/>
                          </a:solidFill>
                          <a:effectLst/>
                          <a:uFillTx/>
                          <a:latin typeface="Arial"/>
                        </a:rPr>
                        <a:t>ORD – JFK </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26</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10</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
        <p:nvSpPr>
          <p:cNvPr id="180" name="Content Placeholder 4"/>
          <p:cNvSpPr/>
          <p:nvPr/>
        </p:nvSpPr>
        <p:spPr>
          <a:xfrm>
            <a:off x="1447920" y="3276720"/>
            <a:ext cx="6400440" cy="456840"/>
          </a:xfrm>
          <a:prstGeom prst="rect">
            <a:avLst/>
          </a:prstGeom>
          <a:noFill/>
          <a:ln w="0">
            <a:noFill/>
          </a:ln>
        </p:spPr>
        <p:style>
          <a:lnRef idx="0"/>
          <a:fillRef idx="0"/>
          <a:effectRef idx="0"/>
          <a:fontRef idx="minor"/>
        </p:style>
        <p:txBody>
          <a:bodyPr numCol="1" spcCol="0" anchor="t">
            <a:noAutofit/>
          </a:bodyPr>
          <a:p>
            <a:pPr algn="ctr">
              <a:lnSpc>
                <a:spcPct val="100000"/>
              </a:lnSpc>
              <a:spcBef>
                <a:spcPts val="400"/>
              </a:spcBef>
              <a:tabLst>
                <a:tab algn="l" pos="0"/>
              </a:tabLst>
            </a:pPr>
            <a:r>
              <a:rPr b="1" lang="en-US" sz="2000" strike="noStrike" u="none">
                <a:solidFill>
                  <a:schemeClr val="dk1"/>
                </a:solidFill>
                <a:effectLst/>
                <a:uFillTx/>
                <a:latin typeface="Arial"/>
                <a:ea typeface="Verdana"/>
              </a:rPr>
              <a:t>Exception Flight Report for March 30</a:t>
            </a:r>
            <a:endParaRPr b="0" lang="en-US" sz="2000" strike="noStrike" u="none">
              <a:solidFill>
                <a:srgbClr val="000000"/>
              </a:solidFill>
              <a:effectLst/>
              <a:uFillTx/>
              <a:latin typeface="Arial"/>
            </a:endParaRPr>
          </a:p>
        </p:txBody>
      </p:sp>
      <p:graphicFrame>
        <p:nvGraphicFramePr>
          <p:cNvPr id="181" name="Table 6"/>
          <p:cNvGraphicFramePr/>
          <p:nvPr/>
        </p:nvGraphicFramePr>
        <p:xfrm>
          <a:off x="0" y="3886200"/>
          <a:ext cx="9143640" cy="2285640"/>
        </p:xfrm>
        <a:graphic>
          <a:graphicData uri="http://schemas.openxmlformats.org/drawingml/2006/table">
            <a:tbl>
              <a:tblPr/>
              <a:tblGrid>
                <a:gridCol w="1721520"/>
                <a:gridCol w="1721520"/>
                <a:gridCol w="1936800"/>
                <a:gridCol w="1613880"/>
                <a:gridCol w="2149200"/>
              </a:tblGrid>
              <a:tr h="958680">
                <a:tc>
                  <a:txBody>
                    <a:bodyPr anchor="t">
                      <a:noAutofit/>
                    </a:bodyPr>
                    <a:p>
                      <a:pPr algn="ctr" defTabSz="914400">
                        <a:lnSpc>
                          <a:spcPct val="100000"/>
                        </a:lnSpc>
                      </a:pPr>
                      <a:r>
                        <a:rPr b="1" lang="en-US" sz="1400" strike="noStrike" u="none">
                          <a:solidFill>
                            <a:schemeClr val="lt1"/>
                          </a:solidFill>
                          <a:effectLst/>
                          <a:uFillTx/>
                          <a:latin typeface="Arial"/>
                        </a:rPr>
                        <a:t>Flight #</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Class</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Origin/ Destination</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tabLst>
                          <a:tab algn="l" pos="0"/>
                        </a:tabLst>
                      </a:pPr>
                      <a:r>
                        <a:rPr b="1" lang="en-US" sz="1400" strike="noStrike" u="none">
                          <a:solidFill>
                            <a:schemeClr val="lt1"/>
                          </a:solidFill>
                          <a:effectLst/>
                          <a:uFillTx/>
                          <a:latin typeface="Arial"/>
                        </a:rPr>
                        <a:t>Passengers</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400" strike="noStrike" u="none">
                          <a:solidFill>
                            <a:schemeClr val="lt1"/>
                          </a:solidFill>
                          <a:effectLst/>
                          <a:uFillTx/>
                          <a:latin typeface="Arial"/>
                        </a:rPr>
                        <a:t>Premier Club Members Goal</a:t>
                      </a:r>
                      <a:endParaRPr b="0" lang="en-US" sz="14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r>
              <a:tr h="663480">
                <a:tc>
                  <a:txBody>
                    <a:bodyPr anchor="t">
                      <a:noAutofit/>
                    </a:bodyPr>
                    <a:p>
                      <a:pPr defTabSz="914400">
                        <a:lnSpc>
                          <a:spcPct val="100000"/>
                        </a:lnSpc>
                      </a:pPr>
                      <a:r>
                        <a:rPr b="0" lang="en-US" sz="1400" strike="noStrike" u="none">
                          <a:solidFill>
                            <a:schemeClr val="dk1"/>
                          </a:solidFill>
                          <a:effectLst/>
                          <a:uFillTx/>
                          <a:latin typeface="Arial"/>
                        </a:rPr>
                        <a:t>108</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A</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ORD – RSW</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1</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tabLst>
                          <a:tab algn="l" pos="0"/>
                        </a:tabLst>
                      </a:pPr>
                      <a:r>
                        <a:rPr b="0" lang="en-US" sz="1400" strike="noStrike" u="none">
                          <a:solidFill>
                            <a:schemeClr val="dk1"/>
                          </a:solidFill>
                          <a:effectLst/>
                          <a:uFillTx/>
                          <a:latin typeface="Arial"/>
                        </a:rPr>
                        <a:t>4</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63480">
                <a:tc>
                  <a:txBody>
                    <a:bodyPr anchor="t">
                      <a:noAutofit/>
                    </a:bodyPr>
                    <a:p>
                      <a:pPr defTabSz="914400">
                        <a:lnSpc>
                          <a:spcPct val="100000"/>
                        </a:lnSpc>
                      </a:pPr>
                      <a:r>
                        <a:rPr b="0" lang="en-US" sz="1400" strike="noStrike" u="none">
                          <a:solidFill>
                            <a:schemeClr val="dk1"/>
                          </a:solidFill>
                          <a:effectLst/>
                          <a:uFillTx/>
                          <a:latin typeface="Arial"/>
                        </a:rPr>
                        <a:t>701</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C</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ORD – JFK</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3</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400" strike="noStrike" u="none">
                          <a:solidFill>
                            <a:schemeClr val="dk1"/>
                          </a:solidFill>
                          <a:effectLst/>
                          <a:uFillTx/>
                          <a:latin typeface="Arial"/>
                        </a:rPr>
                        <a:t>5</a:t>
                      </a:r>
                      <a:endParaRPr b="0" lang="en-US" sz="14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p:nvPr>
        </p:nvSpPr>
        <p:spPr>
          <a:xfrm>
            <a:off x="550440" y="0"/>
            <a:ext cx="8152920" cy="137124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A </a:t>
            </a:r>
            <a:r>
              <a:rPr b="1" lang="en-US" sz="2800" strike="noStrike" u="none">
                <a:solidFill>
                  <a:schemeClr val="dk1"/>
                </a:solidFill>
                <a:effectLst/>
                <a:uFillTx/>
                <a:latin typeface="Arial"/>
                <a:ea typeface="Verdana"/>
              </a:rPr>
              <a:t>Decision Support System </a:t>
            </a:r>
            <a:r>
              <a:rPr b="0" lang="en-US" sz="2800" strike="noStrike" u="none">
                <a:solidFill>
                  <a:schemeClr val="dk1"/>
                </a:solidFill>
                <a:effectLst/>
                <a:uFillTx/>
                <a:latin typeface="Arial"/>
                <a:ea typeface="Verdana"/>
              </a:rPr>
              <a:t>(DSS) helps users analyze information and make decisions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On-Line Analytical Processing (OLAP)</a:t>
            </a:r>
            <a:endParaRPr b="0" lang="en-US" sz="2400" strike="noStrike" u="none">
              <a:solidFill>
                <a:schemeClr val="dk1"/>
              </a:solidFill>
              <a:effectLst/>
              <a:uFillTx/>
              <a:latin typeface="Arial"/>
            </a:endParaRPr>
          </a:p>
        </p:txBody>
      </p:sp>
      <p:pic>
        <p:nvPicPr>
          <p:cNvPr id="183" name="Picture 2" descr="A screenshot of a decision support system of an organisation, Tevanta mobility shows data for region, product sales, and store scorecard details. The product sales data are represented by 3D bar graphs. The store scorecard is represented by a table listing various projects and its accessories and data to assist decision making. &#10;"/>
          <p:cNvPicPr/>
          <p:nvPr/>
        </p:nvPicPr>
        <p:blipFill>
          <a:blip r:embed="rId1"/>
          <a:stretch/>
        </p:blipFill>
        <p:spPr>
          <a:xfrm>
            <a:off x="685800" y="1350360"/>
            <a:ext cx="5969520" cy="4364280"/>
          </a:xfrm>
          <a:prstGeom prst="rect">
            <a:avLst/>
          </a:prstGeom>
          <a:noFill/>
          <a:ln w="0">
            <a:noFill/>
          </a:ln>
        </p:spPr>
      </p:pic>
      <p:sp>
        <p:nvSpPr>
          <p:cNvPr id="184" name="Content Placeholder 4"/>
          <p:cNvSpPr/>
          <p:nvPr/>
        </p:nvSpPr>
        <p:spPr>
          <a:xfrm>
            <a:off x="207360" y="5715000"/>
            <a:ext cx="8838720" cy="566280"/>
          </a:xfrm>
          <a:prstGeom prst="rect">
            <a:avLst/>
          </a:prstGeom>
          <a:noFill/>
          <a:ln w="0">
            <a:noFill/>
          </a:ln>
        </p:spPr>
        <p:style>
          <a:lnRef idx="0"/>
          <a:fillRef idx="0"/>
          <a:effectRef idx="0"/>
          <a:fontRef idx="minor"/>
        </p:style>
        <p:txBody>
          <a:bodyPr numCol="1" spcCol="0" anchor="t">
            <a:noAutofit/>
          </a:bodyPr>
          <a:p>
            <a:pPr>
              <a:lnSpc>
                <a:spcPct val="100000"/>
              </a:lnSpc>
              <a:spcBef>
                <a:spcPts val="320"/>
              </a:spcBef>
              <a:tabLst>
                <a:tab algn="l" pos="0"/>
              </a:tabLst>
            </a:pPr>
            <a:r>
              <a:rPr b="1" lang="en-US" sz="1600" strike="noStrike" u="none">
                <a:solidFill>
                  <a:schemeClr val="dk1"/>
                </a:solidFill>
                <a:effectLst/>
                <a:uFillTx/>
                <a:latin typeface="Arial"/>
                <a:ea typeface="Verdana"/>
              </a:rPr>
              <a:t>Figure 12-5 </a:t>
            </a:r>
            <a:r>
              <a:rPr b="0" lang="en-US" sz="1600" strike="noStrike" u="none">
                <a:solidFill>
                  <a:schemeClr val="dk1"/>
                </a:solidFill>
                <a:effectLst/>
                <a:uFillTx/>
                <a:latin typeface="Arial"/>
                <a:ea typeface="Verdana"/>
              </a:rPr>
              <a:t>This decision support system helps managers analyze sales by product and by sales rep. Courtesy of Dundas Data Visualation, Inc.</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p:nvPr>
        </p:nvSpPr>
        <p:spPr>
          <a:xfrm>
            <a:off x="308880" y="0"/>
            <a:ext cx="8525520" cy="177444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An </a:t>
            </a:r>
            <a:r>
              <a:rPr b="1" lang="en-US" sz="2800" strike="noStrike" u="none">
                <a:solidFill>
                  <a:schemeClr val="dk1"/>
                </a:solidFill>
                <a:effectLst/>
                <a:uFillTx/>
                <a:latin typeface="Arial"/>
                <a:ea typeface="Verdana"/>
              </a:rPr>
              <a:t>expert system </a:t>
            </a:r>
            <a:r>
              <a:rPr b="0" lang="en-US" sz="2800" strike="noStrike" u="none">
                <a:solidFill>
                  <a:schemeClr val="dk1"/>
                </a:solidFill>
                <a:effectLst/>
                <a:uFillTx/>
                <a:latin typeface="Arial"/>
                <a:ea typeface="Verdana"/>
              </a:rPr>
              <a:t>is an information system that captures and stores the knowledge of human experts and then imitates human reasoning and decision making.</a:t>
            </a:r>
            <a:endParaRPr b="0" lang="en-US" sz="2800" strike="noStrike" u="none">
              <a:solidFill>
                <a:schemeClr val="dk1"/>
              </a:solidFill>
              <a:effectLst/>
              <a:uFillTx/>
              <a:latin typeface="Arial"/>
            </a:endParaRPr>
          </a:p>
        </p:txBody>
      </p:sp>
      <p:pic>
        <p:nvPicPr>
          <p:cNvPr id="186" name="Picture 2" descr="A screenshot shows the &quot;Exsys&quot; company's restaurant advisor expert system recommending a restaurant based on a user's answers to specific questions. "/>
          <p:cNvPicPr/>
          <p:nvPr/>
        </p:nvPicPr>
        <p:blipFill>
          <a:blip r:embed="rId1"/>
          <a:stretch/>
        </p:blipFill>
        <p:spPr>
          <a:xfrm>
            <a:off x="3352680" y="1295280"/>
            <a:ext cx="5624640" cy="4419360"/>
          </a:xfrm>
          <a:prstGeom prst="rect">
            <a:avLst/>
          </a:prstGeom>
          <a:noFill/>
          <a:ln w="0">
            <a:noFill/>
          </a:ln>
        </p:spPr>
      </p:pic>
      <p:sp>
        <p:nvSpPr>
          <p:cNvPr id="187" name="Content Placeholder 4"/>
          <p:cNvSpPr/>
          <p:nvPr/>
        </p:nvSpPr>
        <p:spPr>
          <a:xfrm>
            <a:off x="152280" y="5715000"/>
            <a:ext cx="8838720" cy="623160"/>
          </a:xfrm>
          <a:prstGeom prst="rect">
            <a:avLst/>
          </a:prstGeom>
          <a:noFill/>
          <a:ln w="0">
            <a:noFill/>
          </a:ln>
        </p:spPr>
        <p:style>
          <a:lnRef idx="0"/>
          <a:fillRef idx="0"/>
          <a:effectRef idx="0"/>
          <a:fontRef idx="minor"/>
        </p:style>
        <p:txBody>
          <a:bodyPr numCol="1" spcCol="0" anchor="t">
            <a:noAutofit/>
          </a:bodyPr>
          <a:p>
            <a:pPr>
              <a:lnSpc>
                <a:spcPct val="100000"/>
              </a:lnSpc>
              <a:spcBef>
                <a:spcPts val="320"/>
              </a:spcBef>
              <a:tabLst>
                <a:tab algn="l" pos="0"/>
              </a:tabLst>
            </a:pPr>
            <a:r>
              <a:rPr b="1" lang="en-US" sz="1600" strike="noStrike" u="none">
                <a:solidFill>
                  <a:schemeClr val="dk1"/>
                </a:solidFill>
                <a:effectLst/>
                <a:uFillTx/>
                <a:latin typeface="Arial"/>
                <a:ea typeface="Verdana"/>
              </a:rPr>
              <a:t>Figure 12-6 </a:t>
            </a:r>
            <a:r>
              <a:rPr b="0" lang="en-US" sz="1600" strike="noStrike" u="none">
                <a:solidFill>
                  <a:schemeClr val="dk1"/>
                </a:solidFill>
                <a:effectLst/>
                <a:uFillTx/>
                <a:latin typeface="Arial"/>
                <a:ea typeface="Verdana"/>
              </a:rPr>
              <a:t>This company’s restaurant advisor expert system recommends a restaurant based on a user’s answers to specific questions.</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buNone/>
            </a:pPr>
            <a:endParaRPr b="0" lang="en-US" sz="3600" strike="noStrike" u="none">
              <a:solidFill>
                <a:schemeClr val="lt1"/>
              </a:solidFill>
              <a:effectLst/>
              <a:uFillTx/>
              <a:latin typeface="Arial"/>
            </a:endParaRPr>
          </a:p>
        </p:txBody>
      </p:sp>
      <p:sp>
        <p:nvSpPr>
          <p:cNvPr id="189" name="PlaceHolder 2"/>
          <p:cNvSpPr>
            <a:spLocks noGrp="1"/>
          </p:cNvSpPr>
          <p:nvPr>
            <p:ph/>
          </p:nvPr>
        </p:nvSpPr>
        <p:spPr>
          <a:xfrm>
            <a:off x="152280" y="1600200"/>
            <a:ext cx="8838720" cy="4647960"/>
          </a:xfrm>
          <a:prstGeom prst="rect">
            <a:avLst/>
          </a:prstGeom>
          <a:noFill/>
          <a:ln w="0">
            <a:noFill/>
          </a:ln>
        </p:spPr>
        <p:txBody>
          <a:bodyPr numCol="1" spcCol="0" lIns="91440" rIns="91440" tIns="45720" bIns="45720" anchor="t">
            <a:noAutofit/>
          </a:bodyPr>
          <a:p>
            <a:pPr indent="0">
              <a:spcBef>
                <a:spcPts val="1417"/>
              </a:spcBef>
              <a:buNone/>
            </a:pPr>
            <a:endParaRPr b="0" lang="en-US" sz="2600" strike="noStrike" u="none">
              <a:solidFill>
                <a:schemeClr val="dk1"/>
              </a:solidFill>
              <a:effectLst/>
              <a:uFillTx/>
              <a:latin typeface="Arial"/>
              <a:ea typeface="Verdana"/>
            </a:endParaRPr>
          </a:p>
        </p:txBody>
      </p:sp>
      <p:sp>
        <p:nvSpPr>
          <p:cNvPr id="190" name="PlaceHolder 3"/>
          <p:cNvSpPr>
            <a:spLocks noGrp="1"/>
          </p:cNvSpPr>
          <p:nvPr>
            <p:ph/>
          </p:nvPr>
        </p:nvSpPr>
        <p:spPr>
          <a:xfrm>
            <a:off x="152280" y="6400800"/>
            <a:ext cx="1676160" cy="456840"/>
          </a:xfrm>
          <a:prstGeom prst="rect">
            <a:avLst/>
          </a:prstGeom>
          <a:noFill/>
          <a:ln w="0">
            <a:noFill/>
          </a:ln>
        </p:spPr>
        <p:txBody>
          <a:bodyPr numCol="1" spcCol="0" lIns="91440" rIns="91440" tIns="45720" bIns="45720" anchor="t">
            <a:noAutofit/>
          </a:bodyPr>
          <a:p>
            <a:pPr indent="0">
              <a:spcBef>
                <a:spcPts val="1417"/>
              </a:spcBef>
              <a:buNone/>
            </a:pPr>
            <a:endParaRPr b="0" lang="en-US" sz="1200" strike="noStrike" u="none">
              <a:solidFill>
                <a:schemeClr val="dk1"/>
              </a:solidFill>
              <a:effectLst/>
              <a:uFillTx/>
              <a:latin typeface="Arial"/>
              <a:ea typeface="Verdana"/>
            </a:endParaRPr>
          </a:p>
        </p:txBody>
      </p:sp>
      <p:pic>
        <p:nvPicPr>
          <p:cNvPr id="191" name="Picture 2" descr=""/>
          <p:cNvPicPr/>
          <p:nvPr/>
        </p:nvPicPr>
        <p:blipFill>
          <a:blip r:embed="rId1"/>
          <a:stretch/>
        </p:blipFill>
        <p:spPr>
          <a:xfrm>
            <a:off x="0" y="20160"/>
            <a:ext cx="9151200" cy="5313600"/>
          </a:xfrm>
          <a:prstGeom prst="rect">
            <a:avLst/>
          </a:prstGeom>
          <a:noFill/>
          <a:ln w="0">
            <a:noFill/>
          </a:ln>
        </p:spPr>
      </p:pic>
    </p:spTree>
  </p:cSld>
  <p:transition>
    <p:fade/>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buNone/>
            </a:pPr>
            <a:endParaRPr b="0" lang="en-US" sz="3600" strike="noStrike" u="none">
              <a:solidFill>
                <a:schemeClr val="lt1"/>
              </a:solidFill>
              <a:effectLst/>
              <a:uFillTx/>
              <a:latin typeface="Arial"/>
            </a:endParaRPr>
          </a:p>
        </p:txBody>
      </p:sp>
      <p:sp>
        <p:nvSpPr>
          <p:cNvPr id="193" name="PlaceHolder 2"/>
          <p:cNvSpPr>
            <a:spLocks noGrp="1"/>
          </p:cNvSpPr>
          <p:nvPr>
            <p:ph/>
          </p:nvPr>
        </p:nvSpPr>
        <p:spPr>
          <a:xfrm>
            <a:off x="152280" y="1600200"/>
            <a:ext cx="8838720" cy="4647960"/>
          </a:xfrm>
          <a:prstGeom prst="rect">
            <a:avLst/>
          </a:prstGeom>
          <a:noFill/>
          <a:ln w="0">
            <a:noFill/>
          </a:ln>
        </p:spPr>
        <p:txBody>
          <a:bodyPr numCol="1" spcCol="0" lIns="91440" rIns="91440" tIns="45720" bIns="45720" anchor="t">
            <a:noAutofit/>
          </a:bodyPr>
          <a:p>
            <a:pPr indent="0">
              <a:spcBef>
                <a:spcPts val="1417"/>
              </a:spcBef>
              <a:buNone/>
            </a:pPr>
            <a:endParaRPr b="0" lang="en-US" sz="2600" strike="noStrike" u="none">
              <a:solidFill>
                <a:schemeClr val="dk1"/>
              </a:solidFill>
              <a:effectLst/>
              <a:uFillTx/>
              <a:latin typeface="Arial"/>
              <a:ea typeface="Verdana"/>
            </a:endParaRPr>
          </a:p>
        </p:txBody>
      </p:sp>
      <p:sp>
        <p:nvSpPr>
          <p:cNvPr id="194" name="PlaceHolder 3"/>
          <p:cNvSpPr>
            <a:spLocks noGrp="1"/>
          </p:cNvSpPr>
          <p:nvPr>
            <p:ph/>
          </p:nvPr>
        </p:nvSpPr>
        <p:spPr>
          <a:xfrm>
            <a:off x="152280" y="6400800"/>
            <a:ext cx="1676160" cy="456840"/>
          </a:xfrm>
          <a:prstGeom prst="rect">
            <a:avLst/>
          </a:prstGeom>
          <a:noFill/>
          <a:ln w="0">
            <a:noFill/>
          </a:ln>
        </p:spPr>
        <p:txBody>
          <a:bodyPr numCol="1" spcCol="0" lIns="91440" rIns="91440" tIns="45720" bIns="45720" anchor="t">
            <a:noAutofit/>
          </a:bodyPr>
          <a:p>
            <a:pPr indent="0">
              <a:spcBef>
                <a:spcPts val="1417"/>
              </a:spcBef>
              <a:buNone/>
            </a:pPr>
            <a:endParaRPr b="0" lang="en-US" sz="1200" strike="noStrike" u="none">
              <a:solidFill>
                <a:schemeClr val="dk1"/>
              </a:solidFill>
              <a:effectLst/>
              <a:uFillTx/>
              <a:latin typeface="Arial"/>
              <a:ea typeface="Verdana"/>
            </a:endParaRPr>
          </a:p>
        </p:txBody>
      </p:sp>
      <p:pic>
        <p:nvPicPr>
          <p:cNvPr id="195" name="Picture 2" descr=""/>
          <p:cNvPicPr/>
          <p:nvPr/>
        </p:nvPicPr>
        <p:blipFill>
          <a:blip r:embed="rId1"/>
          <a:stretch/>
        </p:blipFill>
        <p:spPr>
          <a:xfrm>
            <a:off x="0" y="0"/>
            <a:ext cx="9143640" cy="5261760"/>
          </a:xfrm>
          <a:prstGeom prst="rect">
            <a:avLst/>
          </a:prstGeom>
          <a:noFill/>
          <a:ln w="0">
            <a:noFill/>
          </a:ln>
        </p:spPr>
      </p:pic>
    </p:spTree>
  </p:cSld>
  <p:transition>
    <p:fade/>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buNone/>
            </a:pPr>
            <a:endParaRPr b="0" lang="en-US" sz="3600" strike="noStrike" u="none">
              <a:solidFill>
                <a:schemeClr val="lt1"/>
              </a:solidFill>
              <a:effectLst/>
              <a:uFillTx/>
              <a:latin typeface="Arial"/>
            </a:endParaRPr>
          </a:p>
        </p:txBody>
      </p:sp>
      <p:sp>
        <p:nvSpPr>
          <p:cNvPr id="197" name="PlaceHolder 2"/>
          <p:cNvSpPr>
            <a:spLocks noGrp="1"/>
          </p:cNvSpPr>
          <p:nvPr>
            <p:ph/>
          </p:nvPr>
        </p:nvSpPr>
        <p:spPr>
          <a:xfrm>
            <a:off x="152280" y="1600200"/>
            <a:ext cx="8838720" cy="4647960"/>
          </a:xfrm>
          <a:prstGeom prst="rect">
            <a:avLst/>
          </a:prstGeom>
          <a:noFill/>
          <a:ln w="0">
            <a:noFill/>
          </a:ln>
        </p:spPr>
        <p:txBody>
          <a:bodyPr numCol="1" spcCol="0" lIns="91440" rIns="91440" tIns="45720" bIns="45720" anchor="t">
            <a:noAutofit/>
          </a:bodyPr>
          <a:p>
            <a:pPr indent="0">
              <a:spcBef>
                <a:spcPts val="1417"/>
              </a:spcBef>
              <a:buNone/>
            </a:pPr>
            <a:endParaRPr b="0" lang="en-US" sz="2600" strike="noStrike" u="none">
              <a:solidFill>
                <a:schemeClr val="dk1"/>
              </a:solidFill>
              <a:effectLst/>
              <a:uFillTx/>
              <a:latin typeface="Arial"/>
              <a:ea typeface="Verdana"/>
            </a:endParaRPr>
          </a:p>
        </p:txBody>
      </p:sp>
      <p:sp>
        <p:nvSpPr>
          <p:cNvPr id="198" name="PlaceHolder 3"/>
          <p:cNvSpPr>
            <a:spLocks noGrp="1"/>
          </p:cNvSpPr>
          <p:nvPr>
            <p:ph/>
          </p:nvPr>
        </p:nvSpPr>
        <p:spPr>
          <a:xfrm>
            <a:off x="152280" y="6400800"/>
            <a:ext cx="1676160" cy="456840"/>
          </a:xfrm>
          <a:prstGeom prst="rect">
            <a:avLst/>
          </a:prstGeom>
          <a:noFill/>
          <a:ln w="0">
            <a:noFill/>
          </a:ln>
        </p:spPr>
        <p:txBody>
          <a:bodyPr numCol="1" spcCol="0" lIns="91440" rIns="91440" tIns="45720" bIns="45720" anchor="t">
            <a:noAutofit/>
          </a:bodyPr>
          <a:p>
            <a:pPr indent="0">
              <a:spcBef>
                <a:spcPts val="1417"/>
              </a:spcBef>
              <a:buNone/>
            </a:pPr>
            <a:endParaRPr b="0" lang="en-US" sz="1200" strike="noStrike" u="none">
              <a:solidFill>
                <a:schemeClr val="dk1"/>
              </a:solidFill>
              <a:effectLst/>
              <a:uFillTx/>
              <a:latin typeface="Arial"/>
              <a:ea typeface="Verdana"/>
            </a:endParaRPr>
          </a:p>
        </p:txBody>
      </p:sp>
      <p:pic>
        <p:nvPicPr>
          <p:cNvPr id="199" name="Picture 2" descr=""/>
          <p:cNvPicPr/>
          <p:nvPr/>
        </p:nvPicPr>
        <p:blipFill>
          <a:blip r:embed="rId1"/>
          <a:stretch/>
        </p:blipFill>
        <p:spPr>
          <a:xfrm>
            <a:off x="0" y="0"/>
            <a:ext cx="9154440" cy="4800240"/>
          </a:xfrm>
          <a:prstGeom prst="rect">
            <a:avLst/>
          </a:prstGeom>
          <a:noFill/>
          <a:ln w="0">
            <a:noFill/>
          </a:ln>
        </p:spPr>
      </p:pic>
    </p:spTree>
  </p:cSld>
  <p:transition>
    <p:fade/>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Technology Careers (1 of 15)</a:t>
            </a:r>
            <a:endParaRPr b="0" lang="en-US" sz="3600" strike="noStrike" u="none">
              <a:solidFill>
                <a:schemeClr val="dk1"/>
              </a:solidFill>
              <a:effectLst/>
              <a:uFillTx/>
              <a:latin typeface="Arial"/>
            </a:endParaRPr>
          </a:p>
        </p:txBody>
      </p:sp>
      <p:sp>
        <p:nvSpPr>
          <p:cNvPr id="201"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Business and government organizations of all sizes use a variety of computers, mobile devices, and other technology</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Larger organizations use computers and other technology to answer and route phone calls, process orders, update inventory, and manage accounts receivable, accounts payable, billing, and payroll activities</a:t>
            </a:r>
            <a:endParaRPr b="0" lang="en-US" sz="2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Technology Careers (2 of 12)</a:t>
            </a:r>
            <a:endParaRPr b="0" lang="en-US" sz="3600" strike="noStrike" u="none">
              <a:solidFill>
                <a:schemeClr val="dk1"/>
              </a:solidFill>
              <a:effectLst/>
              <a:uFillTx/>
              <a:latin typeface="Arial"/>
            </a:endParaRPr>
          </a:p>
        </p:txBody>
      </p:sp>
      <p:sp>
        <p:nvSpPr>
          <p:cNvPr id="203"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IT jobs usually are divided into the following areas: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Management</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Research and software development</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Technical support services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Operations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Training/Support</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Information security services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Marketing/Strategy</a:t>
            </a:r>
            <a:endParaRPr b="0" lang="en-US" sz="24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buNone/>
            </a:pPr>
            <a:endParaRPr b="0" lang="en-US" sz="3600" strike="noStrike" u="none">
              <a:solidFill>
                <a:schemeClr val="lt1"/>
              </a:solidFill>
              <a:effectLst/>
              <a:uFillTx/>
              <a:latin typeface="Arial"/>
            </a:endParaRPr>
          </a:p>
        </p:txBody>
      </p:sp>
      <p:sp>
        <p:nvSpPr>
          <p:cNvPr id="205" name="PlaceHolder 2"/>
          <p:cNvSpPr>
            <a:spLocks noGrp="1"/>
          </p:cNvSpPr>
          <p:nvPr>
            <p:ph/>
          </p:nvPr>
        </p:nvSpPr>
        <p:spPr>
          <a:xfrm>
            <a:off x="152280" y="1600200"/>
            <a:ext cx="8838720" cy="4647960"/>
          </a:xfrm>
          <a:prstGeom prst="rect">
            <a:avLst/>
          </a:prstGeom>
          <a:noFill/>
          <a:ln w="0">
            <a:noFill/>
          </a:ln>
        </p:spPr>
        <p:txBody>
          <a:bodyPr numCol="1" spcCol="0" lIns="91440" rIns="91440" tIns="45720" bIns="45720" anchor="t">
            <a:noAutofit/>
          </a:bodyPr>
          <a:p>
            <a:pPr indent="0">
              <a:spcBef>
                <a:spcPts val="1417"/>
              </a:spcBef>
              <a:buNone/>
            </a:pPr>
            <a:endParaRPr b="0" lang="en-US" sz="2600" strike="noStrike" u="none">
              <a:solidFill>
                <a:schemeClr val="dk1"/>
              </a:solidFill>
              <a:effectLst/>
              <a:uFillTx/>
              <a:latin typeface="Arial"/>
              <a:ea typeface="Verdana"/>
            </a:endParaRPr>
          </a:p>
        </p:txBody>
      </p:sp>
      <p:sp>
        <p:nvSpPr>
          <p:cNvPr id="206" name="PlaceHolder 3"/>
          <p:cNvSpPr>
            <a:spLocks noGrp="1"/>
          </p:cNvSpPr>
          <p:nvPr>
            <p:ph/>
          </p:nvPr>
        </p:nvSpPr>
        <p:spPr>
          <a:xfrm>
            <a:off x="152280" y="6400800"/>
            <a:ext cx="1676160" cy="456840"/>
          </a:xfrm>
          <a:prstGeom prst="rect">
            <a:avLst/>
          </a:prstGeom>
          <a:noFill/>
          <a:ln w="0">
            <a:noFill/>
          </a:ln>
        </p:spPr>
        <p:txBody>
          <a:bodyPr numCol="1" spcCol="0" lIns="91440" rIns="91440" tIns="45720" bIns="45720" anchor="t">
            <a:noAutofit/>
          </a:bodyPr>
          <a:p>
            <a:pPr indent="0">
              <a:spcBef>
                <a:spcPts val="1417"/>
              </a:spcBef>
              <a:buNone/>
            </a:pPr>
            <a:endParaRPr b="0" lang="en-US" sz="1200" strike="noStrike" u="none">
              <a:solidFill>
                <a:schemeClr val="dk1"/>
              </a:solidFill>
              <a:effectLst/>
              <a:uFillTx/>
              <a:latin typeface="Arial"/>
              <a:ea typeface="Verdana"/>
            </a:endParaRPr>
          </a:p>
        </p:txBody>
      </p:sp>
      <p:pic>
        <p:nvPicPr>
          <p:cNvPr id="207" name="Picture 2" descr=""/>
          <p:cNvPicPr/>
          <p:nvPr/>
        </p:nvPicPr>
        <p:blipFill>
          <a:blip r:embed="rId1"/>
          <a:stretch/>
        </p:blipFill>
        <p:spPr>
          <a:xfrm>
            <a:off x="0" y="-12960"/>
            <a:ext cx="8233200" cy="6870600"/>
          </a:xfrm>
          <a:prstGeom prst="rect">
            <a:avLst/>
          </a:prstGeom>
          <a:noFill/>
          <a:ln w="0">
            <a:noFill/>
          </a:ln>
        </p:spPr>
      </p:pic>
    </p:spTree>
  </p:cSld>
  <p:transition>
    <p:fade/>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Technology Careers (3 of 15)</a:t>
            </a:r>
            <a:endParaRPr b="0" lang="en-US" sz="3600" strike="noStrike" u="none">
              <a:solidFill>
                <a:schemeClr val="dk1"/>
              </a:solidFill>
              <a:effectLst/>
              <a:uFillTx/>
              <a:latin typeface="Arial"/>
            </a:endParaRPr>
          </a:p>
        </p:txBody>
      </p:sp>
      <p:sp>
        <p:nvSpPr>
          <p:cNvPr id="209"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The technology equipment field consists of manufacturers and distributors of computers, mobile devices, and other hardware, such as magnetic and optical drives, monitors, printers, and communications and networking devices</a:t>
            </a:r>
            <a:endParaRPr b="0" lang="en-US" sz="2600" strike="noStrike" u="none">
              <a:solidFill>
                <a:schemeClr val="dk1"/>
              </a:solidFill>
              <a:effectLst/>
              <a:uFillTx/>
              <a:latin typeface="Arial"/>
            </a:endParaRPr>
          </a:p>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The software and apps field consists of companies that develop, manufacture, and support a wide range of software and apps for computers, the web, and mobile devices</a:t>
            </a:r>
            <a:endParaRPr b="0" lang="en-US" sz="26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0" name="Picture 2" descr="A photo shows a lab technician testing internal computer components."/>
          <p:cNvPicPr/>
          <p:nvPr/>
        </p:nvPicPr>
        <p:blipFill>
          <a:blip r:embed="rId1"/>
          <a:stretch/>
        </p:blipFill>
        <p:spPr>
          <a:xfrm>
            <a:off x="2176560" y="0"/>
            <a:ext cx="4339440" cy="6019560"/>
          </a:xfrm>
          <a:prstGeom prst="rect">
            <a:avLst/>
          </a:prstGeom>
          <a:noFill/>
          <a:ln w="0">
            <a:noFill/>
          </a:ln>
        </p:spPr>
      </p:pic>
      <p:sp>
        <p:nvSpPr>
          <p:cNvPr id="211" name="PlaceHolder 1"/>
          <p:cNvSpPr>
            <a:spLocks noGrp="1"/>
          </p:cNvSpPr>
          <p:nvPr>
            <p:ph/>
          </p:nvPr>
        </p:nvSpPr>
        <p:spPr>
          <a:xfrm>
            <a:off x="0" y="5943600"/>
            <a:ext cx="9143640" cy="468000"/>
          </a:xfrm>
          <a:prstGeom prst="rect">
            <a:avLst/>
          </a:prstGeom>
          <a:noFill/>
          <a:ln w="0">
            <a:noFill/>
          </a:ln>
        </p:spPr>
        <p:txBody>
          <a:bodyPr numCol="1" spcCol="0" lIns="91440" rIns="91440" tIns="45720" bIns="45720" anchor="t">
            <a:noAutofit/>
          </a:bodyPr>
          <a:p>
            <a:pPr indent="0">
              <a:lnSpc>
                <a:spcPct val="100000"/>
              </a:lnSpc>
              <a:spcBef>
                <a:spcPts val="400"/>
              </a:spcBef>
              <a:buNone/>
              <a:tabLst>
                <a:tab algn="l" pos="0"/>
              </a:tabLst>
            </a:pPr>
            <a:r>
              <a:rPr b="1" lang="en-US" sz="2000" strike="noStrike" u="none">
                <a:solidFill>
                  <a:schemeClr val="dk1"/>
                </a:solidFill>
                <a:effectLst/>
                <a:uFillTx/>
                <a:latin typeface="Arial"/>
                <a:ea typeface="Verdana"/>
              </a:rPr>
              <a:t>Figure 12-8 </a:t>
            </a:r>
            <a:r>
              <a:rPr b="0" lang="en-US" sz="2000" strike="noStrike" u="none">
                <a:solidFill>
                  <a:schemeClr val="dk1"/>
                </a:solidFill>
                <a:effectLst/>
                <a:uFillTx/>
                <a:latin typeface="Arial"/>
                <a:ea typeface="Verdana"/>
              </a:rPr>
              <a:t>This laboratory technician tests internal computer components.</a:t>
            </a:r>
            <a:endParaRPr b="0" lang="en-US" sz="20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p:nvPr>
        </p:nvSpPr>
        <p:spPr>
          <a:xfrm>
            <a:off x="409680" y="9360"/>
            <a:ext cx="8152920" cy="1294920"/>
          </a:xfrm>
          <a:prstGeom prst="rect">
            <a:avLst/>
          </a:prstGeom>
          <a:noFill/>
          <a:ln w="0">
            <a:noFill/>
          </a:ln>
        </p:spPr>
        <p:txBody>
          <a:bodyPr numCol="1" spcCol="0" lIns="91440" rIns="91440" tIns="45720" bIns="45720" anchor="t">
            <a:noAutofit/>
          </a:bodyPr>
          <a:p>
            <a:pPr marL="343080" indent="-34308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The technology service and repair field provides preventive maintenance, component installation, and repair services to customers.</a:t>
            </a:r>
            <a:endParaRPr b="0" lang="en-US" sz="2400" strike="noStrike" u="none">
              <a:solidFill>
                <a:schemeClr val="dk1"/>
              </a:solidFill>
              <a:effectLst/>
              <a:uFillTx/>
              <a:latin typeface="Arial"/>
            </a:endParaRPr>
          </a:p>
        </p:txBody>
      </p:sp>
      <p:pic>
        <p:nvPicPr>
          <p:cNvPr id="213" name="Picture 2" descr="A photo shows a repair technician replacing a laptop hard drive. The technician is shown using a screw driver."/>
          <p:cNvPicPr/>
          <p:nvPr/>
        </p:nvPicPr>
        <p:blipFill>
          <a:blip r:embed="rId1"/>
          <a:stretch/>
        </p:blipFill>
        <p:spPr>
          <a:xfrm>
            <a:off x="2286000" y="1140840"/>
            <a:ext cx="3504960" cy="4842360"/>
          </a:xfrm>
          <a:prstGeom prst="rect">
            <a:avLst/>
          </a:prstGeom>
          <a:noFill/>
          <a:ln w="0">
            <a:noFill/>
          </a:ln>
        </p:spPr>
      </p:pic>
      <p:sp>
        <p:nvSpPr>
          <p:cNvPr id="214" name="Content Placeholder 4"/>
          <p:cNvSpPr/>
          <p:nvPr/>
        </p:nvSpPr>
        <p:spPr>
          <a:xfrm>
            <a:off x="380880" y="5943600"/>
            <a:ext cx="8534160" cy="533160"/>
          </a:xfrm>
          <a:prstGeom prst="rect">
            <a:avLst/>
          </a:prstGeom>
          <a:noFill/>
          <a:ln w="0">
            <a:noFill/>
          </a:ln>
        </p:spPr>
        <p:style>
          <a:lnRef idx="0"/>
          <a:fillRef idx="0"/>
          <a:effectRef idx="0"/>
          <a:fontRef idx="minor"/>
        </p:style>
        <p:txBody>
          <a:bodyPr numCol="1" spcCol="0" anchor="t">
            <a:noAutofit/>
          </a:bodyPr>
          <a:p>
            <a:pPr>
              <a:lnSpc>
                <a:spcPct val="100000"/>
              </a:lnSpc>
              <a:spcBef>
                <a:spcPts val="360"/>
              </a:spcBef>
              <a:tabLst>
                <a:tab algn="l" pos="0"/>
              </a:tabLst>
            </a:pPr>
            <a:r>
              <a:rPr b="1" lang="en-US" sz="1800" strike="noStrike" u="none">
                <a:solidFill>
                  <a:schemeClr val="dk1"/>
                </a:solidFill>
                <a:effectLst/>
                <a:uFillTx/>
                <a:latin typeface="Arial"/>
                <a:ea typeface="Verdana"/>
              </a:rPr>
              <a:t>Figure 12-9 </a:t>
            </a:r>
            <a:r>
              <a:rPr b="0" lang="en-US" sz="1800" strike="noStrike" u="none">
                <a:solidFill>
                  <a:schemeClr val="dk1"/>
                </a:solidFill>
                <a:effectLst/>
                <a:uFillTx/>
                <a:latin typeface="Arial"/>
                <a:ea typeface="Verdana"/>
              </a:rPr>
              <a:t>This repair technician is replacing a laptop hard drive.</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p:nvPr>
        </p:nvSpPr>
        <p:spPr>
          <a:xfrm>
            <a:off x="419040" y="0"/>
            <a:ext cx="8152920" cy="1294920"/>
          </a:xfrm>
          <a:prstGeom prst="rect">
            <a:avLst/>
          </a:prstGeom>
          <a:noFill/>
          <a:ln w="0">
            <a:noFill/>
          </a:ln>
        </p:spPr>
        <p:txBody>
          <a:bodyPr numCol="1" spcCol="0" lIns="91440" rIns="91440" tIns="45720" bIns="45720" anchor="t">
            <a:noAutofit/>
          </a:bodyPr>
          <a:p>
            <a:pPr marL="343080" indent="-34308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Technology salespeople must possess a general understanding of technology and a specific knowledge of the product they are selling.</a:t>
            </a:r>
            <a:endParaRPr b="0" lang="en-US" sz="2400" strike="noStrike" u="none">
              <a:solidFill>
                <a:schemeClr val="dk1"/>
              </a:solidFill>
              <a:effectLst/>
              <a:uFillTx/>
              <a:latin typeface="Arial"/>
            </a:endParaRPr>
          </a:p>
        </p:txBody>
      </p:sp>
      <p:pic>
        <p:nvPicPr>
          <p:cNvPr id="216" name="Picture 2" descr="A photo shows a salesperson in an electronics store showing a digital camera to two customers."/>
          <p:cNvPicPr/>
          <p:nvPr/>
        </p:nvPicPr>
        <p:blipFill>
          <a:blip r:embed="rId1"/>
          <a:stretch/>
        </p:blipFill>
        <p:spPr>
          <a:xfrm>
            <a:off x="230400" y="1143000"/>
            <a:ext cx="7044840" cy="4800240"/>
          </a:xfrm>
          <a:prstGeom prst="rect">
            <a:avLst/>
          </a:prstGeom>
          <a:noFill/>
          <a:ln w="0">
            <a:noFill/>
          </a:ln>
        </p:spPr>
      </p:pic>
      <p:sp>
        <p:nvSpPr>
          <p:cNvPr id="217" name="Content Placeholder 4"/>
          <p:cNvSpPr/>
          <p:nvPr/>
        </p:nvSpPr>
        <p:spPr>
          <a:xfrm>
            <a:off x="0" y="5943600"/>
            <a:ext cx="9143640" cy="586440"/>
          </a:xfrm>
          <a:prstGeom prst="rect">
            <a:avLst/>
          </a:prstGeom>
          <a:noFill/>
          <a:ln w="0">
            <a:noFill/>
          </a:ln>
        </p:spPr>
        <p:style>
          <a:lnRef idx="0"/>
          <a:fillRef idx="0"/>
          <a:effectRef idx="0"/>
          <a:fontRef idx="minor"/>
        </p:style>
        <p:txBody>
          <a:bodyPr numCol="1" spcCol="0" anchor="t">
            <a:noAutofit/>
          </a:bodyPr>
          <a:p>
            <a:pPr>
              <a:lnSpc>
                <a:spcPct val="100000"/>
              </a:lnSpc>
              <a:spcBef>
                <a:spcPts val="360"/>
              </a:spcBef>
              <a:tabLst>
                <a:tab algn="l" pos="0"/>
              </a:tabLst>
            </a:pPr>
            <a:r>
              <a:rPr b="1" lang="en-US" sz="1800" strike="noStrike" u="none">
                <a:solidFill>
                  <a:schemeClr val="dk1"/>
                </a:solidFill>
                <a:effectLst/>
                <a:uFillTx/>
                <a:latin typeface="Arial"/>
                <a:ea typeface="Verdana"/>
              </a:rPr>
              <a:t>Figure 12-10 </a:t>
            </a:r>
            <a:r>
              <a:rPr b="0" lang="en-US" sz="1800" strike="noStrike" u="none">
                <a:solidFill>
                  <a:schemeClr val="dk1"/>
                </a:solidFill>
                <a:effectLst/>
                <a:uFillTx/>
                <a:latin typeface="Arial"/>
                <a:ea typeface="Verdana"/>
              </a:rPr>
              <a:t>A salesperson in an electronics store shows a digital camera to customers.</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Technology Careers (7 of 15)</a:t>
            </a:r>
            <a:endParaRPr b="0" lang="en-US" sz="3600" strike="noStrike" u="none">
              <a:solidFill>
                <a:schemeClr val="dk1"/>
              </a:solidFill>
              <a:effectLst/>
              <a:uFillTx/>
              <a:latin typeface="Arial"/>
            </a:endParaRPr>
          </a:p>
        </p:txBody>
      </p:sp>
      <p:sp>
        <p:nvSpPr>
          <p:cNvPr id="219"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Schools, colleges, universities, and private companies all need qualified educators to provide technology-related education and training</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Corporate trainers teach employees how to use software and apps, design and develop systems, write programs, integrate and sync data from apps used on multiple devices, and perform other technology-related activities</a:t>
            </a:r>
            <a:endParaRPr b="0" lang="en-US" sz="2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0" name="Picture 2" descr="A photo shows a corporate trainer showing employees how to use a new software in a laptop."/>
          <p:cNvPicPr/>
          <p:nvPr/>
        </p:nvPicPr>
        <p:blipFill>
          <a:blip r:embed="rId1"/>
          <a:stretch/>
        </p:blipFill>
        <p:spPr>
          <a:xfrm>
            <a:off x="-39600" y="0"/>
            <a:ext cx="8878320" cy="5970600"/>
          </a:xfrm>
          <a:prstGeom prst="rect">
            <a:avLst/>
          </a:prstGeom>
          <a:noFill/>
          <a:ln w="0">
            <a:noFill/>
          </a:ln>
        </p:spPr>
      </p:pic>
      <p:sp>
        <p:nvSpPr>
          <p:cNvPr id="221" name="PlaceHolder 1"/>
          <p:cNvSpPr>
            <a:spLocks noGrp="1"/>
          </p:cNvSpPr>
          <p:nvPr>
            <p:ph/>
          </p:nvPr>
        </p:nvSpPr>
        <p:spPr>
          <a:xfrm>
            <a:off x="0" y="5943600"/>
            <a:ext cx="9143640" cy="664920"/>
          </a:xfrm>
          <a:prstGeom prst="rect">
            <a:avLst/>
          </a:prstGeom>
          <a:noFill/>
          <a:ln w="0">
            <a:noFill/>
          </a:ln>
        </p:spPr>
        <p:txBody>
          <a:bodyPr numCol="1" spcCol="0" lIns="91440" rIns="91440" tIns="45720" bIns="45720" anchor="t">
            <a:noAutofit/>
          </a:bodyPr>
          <a:p>
            <a:pPr indent="0">
              <a:lnSpc>
                <a:spcPct val="100000"/>
              </a:lnSpc>
              <a:spcBef>
                <a:spcPts val="400"/>
              </a:spcBef>
              <a:buNone/>
              <a:tabLst>
                <a:tab algn="l" pos="0"/>
              </a:tabLst>
            </a:pPr>
            <a:r>
              <a:rPr b="1" lang="en-US" sz="2000" strike="noStrike" u="none">
                <a:solidFill>
                  <a:schemeClr val="dk1"/>
                </a:solidFill>
                <a:effectLst/>
                <a:uFillTx/>
                <a:latin typeface="Arial"/>
                <a:ea typeface="Verdana"/>
              </a:rPr>
              <a:t>Figure 12-11 </a:t>
            </a:r>
            <a:r>
              <a:rPr b="0" lang="en-US" sz="2000" strike="noStrike" u="none">
                <a:solidFill>
                  <a:schemeClr val="dk1"/>
                </a:solidFill>
                <a:effectLst/>
                <a:uFillTx/>
                <a:latin typeface="Arial"/>
                <a:ea typeface="Verdana"/>
              </a:rPr>
              <a:t>A corporate trainer shows employees how to use new software. </a:t>
            </a:r>
            <a:endParaRPr b="0" lang="en-US" sz="20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Technology Careers (9 of 15)</a:t>
            </a:r>
            <a:endParaRPr b="0" lang="en-US" sz="3600" strike="noStrike" u="none">
              <a:solidFill>
                <a:schemeClr val="dk1"/>
              </a:solidFill>
              <a:effectLst/>
              <a:uFillTx/>
              <a:latin typeface="Arial"/>
            </a:endParaRPr>
          </a:p>
        </p:txBody>
      </p:sp>
      <p:sp>
        <p:nvSpPr>
          <p:cNvPr id="223"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A help desk specialist answers hardware, software, and networking questions in person, over the phone, or electronically via email or a chat room.</a:t>
            </a:r>
            <a:endParaRPr b="0" lang="en-US" sz="2600" strike="noStrike" u="none">
              <a:solidFill>
                <a:schemeClr val="dk1"/>
              </a:solidFill>
              <a:effectLst/>
              <a:uFillTx/>
              <a:latin typeface="Arial"/>
            </a:endParaRPr>
          </a:p>
          <a:p>
            <a:pPr marL="343080" indent="-343080">
              <a:lnSpc>
                <a:spcPct val="100000"/>
              </a:lnSpc>
              <a:spcBef>
                <a:spcPts val="519"/>
              </a:spcBef>
              <a:buClr>
                <a:srgbClr val="8a288f"/>
              </a:buClr>
              <a:buFont typeface="Arial"/>
              <a:buChar char="•"/>
            </a:pPr>
            <a:r>
              <a:rPr b="0" lang="en-US" sz="2600" strike="noStrike" u="none">
                <a:solidFill>
                  <a:schemeClr val="dk1"/>
                </a:solidFill>
                <a:effectLst/>
                <a:uFillTx/>
                <a:latin typeface="Arial"/>
                <a:ea typeface="Verdana"/>
              </a:rPr>
              <a:t>An Information Technology (</a:t>
            </a:r>
            <a:r>
              <a:rPr b="1" lang="en-US" sz="2600" strike="noStrike" u="none">
                <a:solidFill>
                  <a:schemeClr val="dk1"/>
                </a:solidFill>
                <a:effectLst/>
                <a:uFillTx/>
                <a:latin typeface="Arial"/>
                <a:ea typeface="Verdana"/>
              </a:rPr>
              <a:t>IT) consultant</a:t>
            </a:r>
            <a:r>
              <a:rPr b="0" lang="en-US" sz="2600" strike="noStrike" u="none">
                <a:solidFill>
                  <a:schemeClr val="dk1"/>
                </a:solidFill>
                <a:effectLst/>
                <a:uFillTx/>
                <a:latin typeface="Arial"/>
                <a:ea typeface="Verdana"/>
              </a:rPr>
              <a:t>, typically hired based on expertise, provides technology services to his or her clients.</a:t>
            </a:r>
            <a:endParaRPr b="0" lang="en-US" sz="26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519120" y="228600"/>
            <a:ext cx="8091000" cy="76176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dk1"/>
                </a:solidFill>
                <a:effectLst/>
                <a:uFillTx/>
                <a:latin typeface="Arial"/>
              </a:rPr>
              <a:t>Technology Careers (10 of 15)</a:t>
            </a:r>
            <a:endParaRPr b="0" lang="en-US" sz="3600" strike="noStrike" u="none">
              <a:solidFill>
                <a:schemeClr val="dk1"/>
              </a:solidFill>
              <a:effectLst/>
              <a:uFillTx/>
              <a:latin typeface="Arial"/>
            </a:endParaRPr>
          </a:p>
        </p:txBody>
      </p:sp>
      <p:sp>
        <p:nvSpPr>
          <p:cNvPr id="225" name="PlaceHolder 2"/>
          <p:cNvSpPr>
            <a:spLocks noGrp="1"/>
          </p:cNvSpPr>
          <p:nvPr>
            <p:ph/>
          </p:nvPr>
        </p:nvSpPr>
        <p:spPr>
          <a:xfrm>
            <a:off x="457200" y="1219320"/>
            <a:ext cx="8305560" cy="533160"/>
          </a:xfrm>
          <a:prstGeom prst="rect">
            <a:avLst/>
          </a:prstGeom>
          <a:noFill/>
          <a:ln w="0">
            <a:noFill/>
          </a:ln>
        </p:spPr>
        <p:txBody>
          <a:bodyPr numCol="1" spcCol="0" lIns="91440" rIns="91440" tIns="45720" bIns="45720" anchor="t">
            <a:noAutofit/>
          </a:bodyPr>
          <a:p>
            <a:pPr indent="0" algn="ctr">
              <a:lnSpc>
                <a:spcPct val="100000"/>
              </a:lnSpc>
              <a:spcBef>
                <a:spcPts val="479"/>
              </a:spcBef>
              <a:buNone/>
              <a:tabLst>
                <a:tab algn="l" pos="0"/>
              </a:tabLst>
            </a:pPr>
            <a:r>
              <a:rPr b="1" lang="en-US" sz="2400" strike="noStrike" u="none">
                <a:solidFill>
                  <a:schemeClr val="dk1"/>
                </a:solidFill>
                <a:effectLst/>
                <a:uFillTx/>
                <a:latin typeface="Arial"/>
                <a:ea typeface="Verdana"/>
              </a:rPr>
              <a:t>Table 12-2 System Development Jobs</a:t>
            </a:r>
            <a:endParaRPr b="0" lang="en-US" sz="2400" strike="noStrike" u="none">
              <a:solidFill>
                <a:schemeClr val="dk1"/>
              </a:solidFill>
              <a:effectLst/>
              <a:uFillTx/>
              <a:latin typeface="Arial"/>
            </a:endParaRPr>
          </a:p>
        </p:txBody>
      </p:sp>
      <p:graphicFrame>
        <p:nvGraphicFramePr>
          <p:cNvPr id="226" name="Table 7"/>
          <p:cNvGraphicFramePr/>
          <p:nvPr/>
        </p:nvGraphicFramePr>
        <p:xfrm>
          <a:off x="0" y="1752480"/>
          <a:ext cx="9143640" cy="4419360"/>
        </p:xfrm>
        <a:graphic>
          <a:graphicData uri="http://schemas.openxmlformats.org/drawingml/2006/table">
            <a:tbl>
              <a:tblPr/>
              <a:tblGrid>
                <a:gridCol w="1796040"/>
                <a:gridCol w="7347600"/>
              </a:tblGrid>
              <a:tr h="294480">
                <a:tc>
                  <a:txBody>
                    <a:bodyPr anchor="t">
                      <a:noAutofit/>
                    </a:bodyPr>
                    <a:p>
                      <a:pPr algn="ctr" defTabSz="914400">
                        <a:lnSpc>
                          <a:spcPct val="100000"/>
                        </a:lnSpc>
                      </a:pPr>
                      <a:r>
                        <a:rPr b="1" lang="en-US" sz="1200" strike="noStrike" u="none">
                          <a:solidFill>
                            <a:schemeClr val="lt1"/>
                          </a:solidFill>
                          <a:effectLst/>
                          <a:uFillTx/>
                          <a:latin typeface="Arial"/>
                        </a:rPr>
                        <a:t>Job Title </a:t>
                      </a:r>
                      <a:endParaRPr b="0" lang="en-US" sz="12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200" strike="noStrike" u="none">
                          <a:solidFill>
                            <a:schemeClr val="lt1"/>
                          </a:solidFill>
                          <a:effectLst/>
                          <a:uFillTx/>
                          <a:latin typeface="Arial"/>
                        </a:rPr>
                        <a:t>Job Description</a:t>
                      </a:r>
                      <a:endParaRPr b="0" lang="en-US" sz="12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r>
              <a:tr h="491040">
                <a:tc>
                  <a:txBody>
                    <a:bodyPr anchor="t">
                      <a:noAutofit/>
                    </a:bodyPr>
                    <a:p>
                      <a:pPr defTabSz="914400">
                        <a:lnSpc>
                          <a:spcPct val="100000"/>
                        </a:lnSpc>
                      </a:pPr>
                      <a:r>
                        <a:rPr b="1" lang="en-US" sz="1200" strike="noStrike" u="none">
                          <a:solidFill>
                            <a:schemeClr val="dk1"/>
                          </a:solidFill>
                          <a:effectLst/>
                          <a:uFillTx/>
                          <a:latin typeface="Arial"/>
                        </a:rPr>
                        <a:t>Cloud Architect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Identifies business requirements, strategies, and solutions for cloud storage and services that meet a company’s goals or needs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91040">
                <a:tc>
                  <a:txBody>
                    <a:bodyPr anchor="t">
                      <a:noAutofit/>
                    </a:bodyPr>
                    <a:p>
                      <a:pPr defTabSz="914400">
                        <a:lnSpc>
                          <a:spcPct val="100000"/>
                        </a:lnSpc>
                      </a:pPr>
                      <a:r>
                        <a:rPr b="1" lang="en-US" sz="1200" strike="noStrike" u="none">
                          <a:solidFill>
                            <a:schemeClr val="dk1"/>
                          </a:solidFill>
                          <a:effectLst/>
                          <a:uFillTx/>
                          <a:latin typeface="Arial"/>
                        </a:rPr>
                        <a:t>Cognitive Engineer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Develops artificial-intelligence-based machines and programs based on data analysis to mimic human thought processes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91040">
                <a:tc>
                  <a:txBody>
                    <a:bodyPr anchor="t">
                      <a:noAutofit/>
                    </a:bodyPr>
                    <a:p>
                      <a:pPr defTabSz="914400">
                        <a:lnSpc>
                          <a:spcPct val="100000"/>
                        </a:lnSpc>
                      </a:pPr>
                      <a:r>
                        <a:rPr b="1" lang="en-US" sz="1200" strike="noStrike" u="none">
                          <a:solidFill>
                            <a:schemeClr val="dk1"/>
                          </a:solidFill>
                          <a:effectLst/>
                          <a:uFillTx/>
                          <a:latin typeface="Arial"/>
                        </a:rPr>
                        <a:t>Database Designer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Specifies the structure, interface, and requirements of a large-scale database; determines security and permissions for users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91040">
                <a:tc>
                  <a:txBody>
                    <a:bodyPr anchor="t">
                      <a:noAutofit/>
                    </a:bodyPr>
                    <a:p>
                      <a:pPr defTabSz="914400">
                        <a:lnSpc>
                          <a:spcPct val="100000"/>
                        </a:lnSpc>
                      </a:pPr>
                      <a:r>
                        <a:rPr b="1" lang="en-US" sz="1200" strike="noStrike" u="none">
                          <a:solidFill>
                            <a:schemeClr val="dk1"/>
                          </a:solidFill>
                          <a:effectLst/>
                          <a:uFillTx/>
                          <a:latin typeface="Arial"/>
                        </a:rPr>
                        <a:t>Program and App</a:t>
                      </a:r>
                      <a:endParaRPr b="0" lang="en-US" sz="1200" strike="noStrike" u="none">
                        <a:solidFill>
                          <a:srgbClr val="000000"/>
                        </a:solidFill>
                        <a:effectLst/>
                        <a:uFillTx/>
                        <a:latin typeface="Arial"/>
                      </a:endParaRPr>
                    </a:p>
                    <a:p>
                      <a:pPr defTabSz="914400">
                        <a:lnSpc>
                          <a:spcPct val="100000"/>
                        </a:lnSpc>
                      </a:pPr>
                      <a:r>
                        <a:rPr b="1" lang="en-US" sz="1200" strike="noStrike" u="none">
                          <a:solidFill>
                            <a:schemeClr val="dk1"/>
                          </a:solidFill>
                          <a:effectLst/>
                          <a:uFillTx/>
                          <a:latin typeface="Arial"/>
                        </a:rPr>
                        <a:t>Developer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Specifies, designs, implements, tests, and documents programs and apps in a variety of fields, including robotics, operating systems, animation, and applications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91040">
                <a:tc>
                  <a:txBody>
                    <a:bodyPr anchor="t">
                      <a:noAutofit/>
                    </a:bodyPr>
                    <a:p>
                      <a:pPr defTabSz="914400">
                        <a:lnSpc>
                          <a:spcPct val="100000"/>
                        </a:lnSpc>
                      </a:pPr>
                      <a:r>
                        <a:rPr b="1" lang="en-US" sz="1200" strike="noStrike" u="none">
                          <a:solidFill>
                            <a:schemeClr val="dk1"/>
                          </a:solidFill>
                          <a:effectLst/>
                          <a:uFillTx/>
                          <a:latin typeface="Arial"/>
                        </a:rPr>
                        <a:t>Systems Analyst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Works closely with users to analyze their requirements, designs and develops new information systems, and incorporates new technologies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91040">
                <a:tc>
                  <a:txBody>
                    <a:bodyPr anchor="t">
                      <a:noAutofit/>
                    </a:bodyPr>
                    <a:p>
                      <a:pPr defTabSz="914400">
                        <a:lnSpc>
                          <a:spcPct val="100000"/>
                        </a:lnSpc>
                      </a:pPr>
                      <a:r>
                        <a:rPr b="1" lang="en-US" sz="1200" strike="noStrike" u="none">
                          <a:solidFill>
                            <a:schemeClr val="dk1"/>
                          </a:solidFill>
                          <a:effectLst/>
                          <a:uFillTx/>
                          <a:latin typeface="Arial"/>
                        </a:rPr>
                        <a:t>Systems Programmer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Installs and maintains operating system software and provides technical support to the programming staff</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87240">
                <a:tc>
                  <a:txBody>
                    <a:bodyPr anchor="t">
                      <a:noAutofit/>
                    </a:bodyPr>
                    <a:p>
                      <a:pPr defTabSz="914400">
                        <a:lnSpc>
                          <a:spcPct val="100000"/>
                        </a:lnSpc>
                      </a:pPr>
                      <a:r>
                        <a:rPr b="1" lang="en-US" sz="1200" strike="noStrike" u="none">
                          <a:solidFill>
                            <a:schemeClr val="dk1"/>
                          </a:solidFill>
                          <a:effectLst/>
                          <a:uFillTx/>
                          <a:latin typeface="Arial"/>
                        </a:rPr>
                        <a:t>Web Designer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Designs the layout, navigation, and overall appearance of a website with a focus on user experience; specifies a website’s appearance using Hyper-Text Markup Language (HTML5), JavaScript, Cascading Style Sheets (CSS), media, and other web design technologies.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91040">
                <a:tc>
                  <a:txBody>
                    <a:bodyPr anchor="t">
                      <a:noAutofit/>
                    </a:bodyPr>
                    <a:p>
                      <a:pPr defTabSz="914400">
                        <a:lnSpc>
                          <a:spcPct val="100000"/>
                        </a:lnSpc>
                      </a:pPr>
                      <a:r>
                        <a:rPr b="1" lang="en-US" sz="1200" strike="noStrike" u="none">
                          <a:solidFill>
                            <a:schemeClr val="dk1"/>
                          </a:solidFill>
                          <a:effectLst/>
                          <a:uFillTx/>
                          <a:latin typeface="Arial"/>
                        </a:rPr>
                        <a:t>Web Developer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Analyzes, develops, and supports the functionality of a website, including applications that often interact with databases or other online resources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519120" y="145800"/>
            <a:ext cx="8243640" cy="100368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dk1"/>
                </a:solidFill>
                <a:effectLst/>
                <a:uFillTx/>
                <a:latin typeface="Arial"/>
              </a:rPr>
              <a:t>Technology Careers (11 of 15)</a:t>
            </a:r>
            <a:endParaRPr b="0" lang="en-US" sz="3600" strike="noStrike" u="none">
              <a:solidFill>
                <a:schemeClr val="dk1"/>
              </a:solidFill>
              <a:effectLst/>
              <a:uFillTx/>
              <a:latin typeface="Arial"/>
            </a:endParaRPr>
          </a:p>
        </p:txBody>
      </p:sp>
      <p:sp>
        <p:nvSpPr>
          <p:cNvPr id="228" name="PlaceHolder 2"/>
          <p:cNvSpPr>
            <a:spLocks noGrp="1"/>
          </p:cNvSpPr>
          <p:nvPr>
            <p:ph/>
          </p:nvPr>
        </p:nvSpPr>
        <p:spPr>
          <a:xfrm>
            <a:off x="304920" y="1881000"/>
            <a:ext cx="8381520" cy="709560"/>
          </a:xfrm>
          <a:prstGeom prst="rect">
            <a:avLst/>
          </a:prstGeom>
          <a:noFill/>
          <a:ln w="0">
            <a:noFill/>
          </a:ln>
        </p:spPr>
        <p:txBody>
          <a:bodyPr numCol="1" spcCol="0" lIns="91440" rIns="91440" tIns="45720" bIns="45720" anchor="t">
            <a:noAutofit/>
          </a:bodyPr>
          <a:p>
            <a:pPr indent="0" algn="ctr">
              <a:lnSpc>
                <a:spcPct val="100000"/>
              </a:lnSpc>
              <a:spcBef>
                <a:spcPts val="479"/>
              </a:spcBef>
              <a:buNone/>
              <a:tabLst>
                <a:tab algn="l" pos="0"/>
              </a:tabLst>
            </a:pPr>
            <a:r>
              <a:rPr b="1" lang="en-US" sz="2400" strike="noStrike" u="none">
                <a:solidFill>
                  <a:schemeClr val="dk1"/>
                </a:solidFill>
                <a:effectLst/>
                <a:uFillTx/>
                <a:latin typeface="Arial"/>
                <a:ea typeface="Verdana"/>
              </a:rPr>
              <a:t>Table 12-3 Technology Operations Jobs</a:t>
            </a:r>
            <a:endParaRPr b="0" lang="en-US" sz="2400" strike="noStrike" u="none">
              <a:solidFill>
                <a:schemeClr val="dk1"/>
              </a:solidFill>
              <a:effectLst/>
              <a:uFillTx/>
              <a:latin typeface="Arial"/>
            </a:endParaRPr>
          </a:p>
        </p:txBody>
      </p:sp>
      <p:graphicFrame>
        <p:nvGraphicFramePr>
          <p:cNvPr id="229" name="Table 7"/>
          <p:cNvGraphicFramePr/>
          <p:nvPr/>
        </p:nvGraphicFramePr>
        <p:xfrm>
          <a:off x="0" y="2438280"/>
          <a:ext cx="9067320" cy="2464920"/>
        </p:xfrm>
        <a:graphic>
          <a:graphicData uri="http://schemas.openxmlformats.org/drawingml/2006/table">
            <a:tbl>
              <a:tblPr/>
              <a:tblGrid>
                <a:gridCol w="2572560"/>
                <a:gridCol w="6495120"/>
              </a:tblGrid>
              <a:tr h="303840">
                <a:tc>
                  <a:txBody>
                    <a:bodyPr anchor="t">
                      <a:noAutofit/>
                    </a:bodyPr>
                    <a:p>
                      <a:pPr algn="ctr" defTabSz="914400">
                        <a:lnSpc>
                          <a:spcPct val="100000"/>
                        </a:lnSpc>
                      </a:pPr>
                      <a:r>
                        <a:rPr b="1" lang="en-US" sz="1200" strike="noStrike" u="none">
                          <a:solidFill>
                            <a:schemeClr val="lt1"/>
                          </a:solidFill>
                          <a:effectLst/>
                          <a:uFillTx/>
                          <a:latin typeface="Arial"/>
                        </a:rPr>
                        <a:t>Job Title </a:t>
                      </a:r>
                      <a:endParaRPr b="0" lang="en-US" sz="12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200" strike="noStrike" u="none">
                          <a:solidFill>
                            <a:schemeClr val="lt1"/>
                          </a:solidFill>
                          <a:effectLst/>
                          <a:uFillTx/>
                          <a:latin typeface="Arial"/>
                        </a:rPr>
                        <a:t>Job Description</a:t>
                      </a:r>
                      <a:endParaRPr b="0" lang="en-US" sz="12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r>
              <a:tr h="506880">
                <a:tc>
                  <a:txBody>
                    <a:bodyPr anchor="t">
                      <a:noAutofit/>
                    </a:bodyPr>
                    <a:p>
                      <a:pPr defTabSz="914400">
                        <a:lnSpc>
                          <a:spcPct val="100000"/>
                        </a:lnSpc>
                      </a:pPr>
                      <a:r>
                        <a:rPr b="1" lang="en-US" sz="1200" strike="noStrike" u="none">
                          <a:solidFill>
                            <a:schemeClr val="dk1"/>
                          </a:solidFill>
                          <a:effectLst/>
                          <a:uFillTx/>
                          <a:latin typeface="Arial"/>
                        </a:rPr>
                        <a:t>Computer Technician</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Installs, maintains, and repairs hardware and servers; installs, upgrades, and configures software; troubleshoots hardware problems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06880">
                <a:tc>
                  <a:txBody>
                    <a:bodyPr anchor="t">
                      <a:noAutofit/>
                    </a:bodyPr>
                    <a:p>
                      <a:pPr defTabSz="914400">
                        <a:lnSpc>
                          <a:spcPct val="100000"/>
                        </a:lnSpc>
                      </a:pPr>
                      <a:r>
                        <a:rPr b="1" lang="en-US" sz="1200" strike="noStrike" u="none">
                          <a:solidFill>
                            <a:schemeClr val="dk1"/>
                          </a:solidFill>
                          <a:effectLst/>
                          <a:uFillTx/>
                          <a:latin typeface="Arial"/>
                        </a:rPr>
                        <a:t>Help Desk Specialist/ Help Desk Technician</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Answers technology-related questions in person, on the phone, or via email or an online chat room</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13080">
                <a:tc>
                  <a:txBody>
                    <a:bodyPr anchor="t">
                      <a:noAutofit/>
                    </a:bodyPr>
                    <a:p>
                      <a:pPr defTabSz="914400">
                        <a:lnSpc>
                          <a:spcPct val="100000"/>
                        </a:lnSpc>
                      </a:pPr>
                      <a:r>
                        <a:rPr b="1" lang="en-US" sz="1200" strike="noStrike" u="none">
                          <a:solidFill>
                            <a:schemeClr val="dk1"/>
                          </a:solidFill>
                          <a:effectLst/>
                          <a:uFillTx/>
                          <a:latin typeface="Arial"/>
                        </a:rPr>
                        <a:t>Network Administrator/ Engineer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Installs, configures, and maintains Local Area Networks (LANs), Wide Area Networks (WANs), wireless networks, intranets, Internet systems, and network software; identifies and resolves connectivity issues.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06880">
                <a:tc>
                  <a:txBody>
                    <a:bodyPr anchor="t">
                      <a:noAutofit/>
                    </a:bodyPr>
                    <a:p>
                      <a:pPr defTabSz="914400">
                        <a:lnSpc>
                          <a:spcPct val="100000"/>
                        </a:lnSpc>
                      </a:pPr>
                      <a:r>
                        <a:rPr b="1" lang="en-US" sz="1200" strike="noStrike" u="none">
                          <a:solidFill>
                            <a:schemeClr val="dk1"/>
                          </a:solidFill>
                          <a:effectLst/>
                          <a:uFillTx/>
                          <a:latin typeface="Arial"/>
                        </a:rPr>
                        <a:t>Technical Project Manager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Guides design, development, and maintenance tasks; serves as interface between programmers/developers and management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519120" y="228600"/>
            <a:ext cx="8243640" cy="68544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dk1"/>
                </a:solidFill>
                <a:effectLst/>
                <a:uFillTx/>
                <a:latin typeface="Arial"/>
              </a:rPr>
              <a:t>Technology Careers (12 of 15)</a:t>
            </a:r>
            <a:endParaRPr b="0" lang="en-US" sz="3600" strike="noStrike" u="none">
              <a:solidFill>
                <a:schemeClr val="dk1"/>
              </a:solidFill>
              <a:effectLst/>
              <a:uFillTx/>
              <a:latin typeface="Arial"/>
            </a:endParaRPr>
          </a:p>
        </p:txBody>
      </p:sp>
      <p:sp>
        <p:nvSpPr>
          <p:cNvPr id="231" name="PlaceHolder 2"/>
          <p:cNvSpPr>
            <a:spLocks noGrp="1"/>
          </p:cNvSpPr>
          <p:nvPr>
            <p:ph/>
          </p:nvPr>
        </p:nvSpPr>
        <p:spPr>
          <a:xfrm>
            <a:off x="380880" y="1600200"/>
            <a:ext cx="8381520" cy="533160"/>
          </a:xfrm>
          <a:prstGeom prst="rect">
            <a:avLst/>
          </a:prstGeom>
          <a:noFill/>
          <a:ln w="0">
            <a:noFill/>
          </a:ln>
        </p:spPr>
        <p:txBody>
          <a:bodyPr numCol="1" spcCol="0" lIns="91440" rIns="91440" tIns="45720" bIns="45720" anchor="t">
            <a:noAutofit/>
          </a:bodyPr>
          <a:p>
            <a:pPr indent="0" algn="ctr">
              <a:lnSpc>
                <a:spcPct val="100000"/>
              </a:lnSpc>
              <a:spcBef>
                <a:spcPts val="479"/>
              </a:spcBef>
              <a:buNone/>
              <a:tabLst>
                <a:tab algn="l" pos="0"/>
              </a:tabLst>
            </a:pPr>
            <a:r>
              <a:rPr b="1" lang="en-US" sz="2400" strike="noStrike" u="none">
                <a:solidFill>
                  <a:schemeClr val="dk1"/>
                </a:solidFill>
                <a:effectLst/>
                <a:uFillTx/>
                <a:latin typeface="Arial"/>
                <a:ea typeface="Verdana"/>
              </a:rPr>
              <a:t>Table 12-4 Web Marketing and Social Media Jobs</a:t>
            </a:r>
            <a:endParaRPr b="0" lang="en-US" sz="2400" strike="noStrike" u="none">
              <a:solidFill>
                <a:schemeClr val="dk1"/>
              </a:solidFill>
              <a:effectLst/>
              <a:uFillTx/>
              <a:latin typeface="Arial"/>
            </a:endParaRPr>
          </a:p>
        </p:txBody>
      </p:sp>
      <p:graphicFrame>
        <p:nvGraphicFramePr>
          <p:cNvPr id="232" name="Table 7"/>
          <p:cNvGraphicFramePr/>
          <p:nvPr/>
        </p:nvGraphicFramePr>
        <p:xfrm>
          <a:off x="0" y="2057400"/>
          <a:ext cx="9143640" cy="2895120"/>
        </p:xfrm>
        <a:graphic>
          <a:graphicData uri="http://schemas.openxmlformats.org/drawingml/2006/table">
            <a:tbl>
              <a:tblPr/>
              <a:tblGrid>
                <a:gridCol w="2684160"/>
                <a:gridCol w="6459480"/>
              </a:tblGrid>
              <a:tr h="336600">
                <a:tc>
                  <a:txBody>
                    <a:bodyPr anchor="t">
                      <a:noAutofit/>
                    </a:bodyPr>
                    <a:p>
                      <a:pPr algn="ctr" defTabSz="914400">
                        <a:lnSpc>
                          <a:spcPct val="100000"/>
                        </a:lnSpc>
                      </a:pPr>
                      <a:r>
                        <a:rPr b="1" lang="en-US" sz="1200" strike="noStrike" u="none">
                          <a:solidFill>
                            <a:schemeClr val="lt1"/>
                          </a:solidFill>
                          <a:effectLst/>
                          <a:uFillTx/>
                          <a:latin typeface="Arial"/>
                        </a:rPr>
                        <a:t>Job Title </a:t>
                      </a:r>
                      <a:endParaRPr b="0" lang="en-US" sz="12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200" strike="noStrike" u="none">
                          <a:solidFill>
                            <a:schemeClr val="lt1"/>
                          </a:solidFill>
                          <a:effectLst/>
                          <a:uFillTx/>
                          <a:latin typeface="Arial"/>
                        </a:rPr>
                        <a:t>Job Description</a:t>
                      </a:r>
                      <a:endParaRPr b="0" lang="en-US" sz="12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r>
              <a:tr h="785160">
                <a:tc>
                  <a:txBody>
                    <a:bodyPr anchor="t">
                      <a:noAutofit/>
                    </a:bodyPr>
                    <a:p>
                      <a:pPr defTabSz="914400">
                        <a:lnSpc>
                          <a:spcPct val="100000"/>
                        </a:lnSpc>
                      </a:pPr>
                      <a:r>
                        <a:rPr b="1" lang="en-US" sz="1200" strike="noStrike" u="none">
                          <a:solidFill>
                            <a:schemeClr val="dk1"/>
                          </a:solidFill>
                          <a:effectLst/>
                          <a:uFillTx/>
                          <a:latin typeface="Arial"/>
                        </a:rPr>
                        <a:t>Customer Relationship</a:t>
                      </a:r>
                      <a:endParaRPr b="0" lang="en-US" sz="1200" strike="noStrike" u="none">
                        <a:solidFill>
                          <a:srgbClr val="000000"/>
                        </a:solidFill>
                        <a:effectLst/>
                        <a:uFillTx/>
                        <a:latin typeface="Arial"/>
                      </a:endParaRPr>
                    </a:p>
                    <a:p>
                      <a:pPr defTabSz="914400">
                        <a:lnSpc>
                          <a:spcPct val="100000"/>
                        </a:lnSpc>
                      </a:pPr>
                      <a:r>
                        <a:rPr b="1" lang="en-US" sz="1200" strike="noStrike" u="none">
                          <a:solidFill>
                            <a:schemeClr val="dk1"/>
                          </a:solidFill>
                          <a:effectLst/>
                          <a:uFillTx/>
                          <a:latin typeface="Arial"/>
                        </a:rPr>
                        <a:t>Management (CRM)</a:t>
                      </a:r>
                      <a:endParaRPr b="0" lang="en-US" sz="1200" strike="noStrike" u="none">
                        <a:solidFill>
                          <a:srgbClr val="000000"/>
                        </a:solidFill>
                        <a:effectLst/>
                        <a:uFillTx/>
                        <a:latin typeface="Arial"/>
                      </a:endParaRPr>
                    </a:p>
                    <a:p>
                      <a:pPr defTabSz="914400">
                        <a:lnSpc>
                          <a:spcPct val="100000"/>
                        </a:lnSpc>
                      </a:pPr>
                      <a:r>
                        <a:rPr b="1" lang="en-US" sz="1200" strike="noStrike" u="none">
                          <a:solidFill>
                            <a:schemeClr val="dk1"/>
                          </a:solidFill>
                          <a:effectLst/>
                          <a:uFillTx/>
                          <a:latin typeface="Arial"/>
                        </a:rPr>
                        <a:t>Specialist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Integrates apps and data related to customer inquiries, purchases, support requests, and behaviors in order to provide a complete application that manages a company’s relationships with its customers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60880">
                <a:tc>
                  <a:txBody>
                    <a:bodyPr anchor="t">
                      <a:noAutofit/>
                    </a:bodyPr>
                    <a:p>
                      <a:pPr defTabSz="914400">
                        <a:lnSpc>
                          <a:spcPct val="100000"/>
                        </a:lnSpc>
                      </a:pPr>
                      <a:r>
                        <a:rPr b="1" lang="en-US" sz="1200" strike="noStrike" u="none">
                          <a:solidFill>
                            <a:schemeClr val="dk1"/>
                          </a:solidFill>
                          <a:effectLst/>
                          <a:uFillTx/>
                          <a:latin typeface="Arial"/>
                        </a:rPr>
                        <a:t>Internet/Social Media</a:t>
                      </a:r>
                      <a:endParaRPr b="0" lang="en-US" sz="1200" strike="noStrike" u="none">
                        <a:solidFill>
                          <a:srgbClr val="000000"/>
                        </a:solidFill>
                        <a:effectLst/>
                        <a:uFillTx/>
                        <a:latin typeface="Arial"/>
                      </a:endParaRPr>
                    </a:p>
                    <a:p>
                      <a:pPr defTabSz="914400">
                        <a:lnSpc>
                          <a:spcPct val="100000"/>
                        </a:lnSpc>
                      </a:pPr>
                      <a:r>
                        <a:rPr b="1" lang="en-US" sz="1200" strike="noStrike" u="none">
                          <a:solidFill>
                            <a:schemeClr val="dk1"/>
                          </a:solidFill>
                          <a:effectLst/>
                          <a:uFillTx/>
                          <a:latin typeface="Arial"/>
                        </a:rPr>
                        <a:t>Marketing Specialist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Directs and implements an organization’s use of Internet and social media marketing, including Facebook pages, Twitter feeds, blogs, and online advertisements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51240">
                <a:tc>
                  <a:txBody>
                    <a:bodyPr anchor="t">
                      <a:noAutofit/>
                    </a:bodyPr>
                    <a:p>
                      <a:pPr defTabSz="914400">
                        <a:lnSpc>
                          <a:spcPct val="100000"/>
                        </a:lnSpc>
                      </a:pPr>
                      <a:r>
                        <a:rPr b="1" lang="en-US" sz="1200" strike="noStrike" u="none">
                          <a:solidFill>
                            <a:schemeClr val="dk1"/>
                          </a:solidFill>
                          <a:effectLst/>
                          <a:uFillTx/>
                          <a:latin typeface="Arial"/>
                        </a:rPr>
                        <a:t>Search Engine Optimization</a:t>
                      </a:r>
                      <a:endParaRPr b="0" lang="en-US" sz="1200" strike="noStrike" u="none">
                        <a:solidFill>
                          <a:srgbClr val="000000"/>
                        </a:solidFill>
                        <a:effectLst/>
                        <a:uFillTx/>
                        <a:latin typeface="Arial"/>
                      </a:endParaRPr>
                    </a:p>
                    <a:p>
                      <a:pPr defTabSz="914400">
                        <a:lnSpc>
                          <a:spcPct val="100000"/>
                        </a:lnSpc>
                      </a:pPr>
                      <a:r>
                        <a:rPr b="1" lang="en-US" sz="1200" strike="noStrike" u="none">
                          <a:solidFill>
                            <a:schemeClr val="dk1"/>
                          </a:solidFill>
                          <a:effectLst/>
                          <a:uFillTx/>
                          <a:latin typeface="Arial"/>
                        </a:rPr>
                        <a:t>(SEO) Expert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Writes and develops web content and website layouts so that they will appear at the beginning of search results when users search for content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60880">
                <a:tc>
                  <a:txBody>
                    <a:bodyPr anchor="t">
                      <a:noAutofit/>
                    </a:bodyPr>
                    <a:p>
                      <a:pPr defTabSz="914400">
                        <a:lnSpc>
                          <a:spcPct val="100000"/>
                        </a:lnSpc>
                      </a:pPr>
                      <a:r>
                        <a:rPr b="1" lang="en-US" sz="1200" strike="noStrike" u="none">
                          <a:solidFill>
                            <a:schemeClr val="dk1"/>
                          </a:solidFill>
                          <a:effectLst/>
                          <a:uFillTx/>
                          <a:latin typeface="Arial"/>
                        </a:rPr>
                        <a:t>User Experience (UX)</a:t>
                      </a:r>
                      <a:endParaRPr b="0" lang="en-US" sz="1200" strike="noStrike" u="none">
                        <a:solidFill>
                          <a:srgbClr val="000000"/>
                        </a:solidFill>
                        <a:effectLst/>
                        <a:uFillTx/>
                        <a:latin typeface="Arial"/>
                      </a:endParaRPr>
                    </a:p>
                    <a:p>
                      <a:pPr defTabSz="914400">
                        <a:lnSpc>
                          <a:spcPct val="100000"/>
                        </a:lnSpc>
                      </a:pPr>
                      <a:r>
                        <a:rPr b="1" lang="en-US" sz="1200" strike="noStrike" u="none">
                          <a:solidFill>
                            <a:schemeClr val="dk1"/>
                          </a:solidFill>
                          <a:effectLst/>
                          <a:uFillTx/>
                          <a:latin typeface="Arial"/>
                        </a:rPr>
                        <a:t>Designer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Plans and designs software and apps that consider a user’s reaction to a program and its interface, including its efficiency, its effectiveness, and its ease of use</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519120" y="228600"/>
            <a:ext cx="8243640" cy="68544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dk1"/>
                </a:solidFill>
                <a:effectLst/>
                <a:uFillTx/>
                <a:latin typeface="Arial"/>
              </a:rPr>
              <a:t>Technology Careers (13 of 15)</a:t>
            </a:r>
            <a:endParaRPr b="0" lang="en-US" sz="3600" strike="noStrike" u="none">
              <a:solidFill>
                <a:schemeClr val="dk1"/>
              </a:solidFill>
              <a:effectLst/>
              <a:uFillTx/>
              <a:latin typeface="Arial"/>
            </a:endParaRPr>
          </a:p>
        </p:txBody>
      </p:sp>
      <p:sp>
        <p:nvSpPr>
          <p:cNvPr id="234" name="PlaceHolder 2"/>
          <p:cNvSpPr>
            <a:spLocks noGrp="1"/>
          </p:cNvSpPr>
          <p:nvPr>
            <p:ph/>
          </p:nvPr>
        </p:nvSpPr>
        <p:spPr>
          <a:xfrm>
            <a:off x="533520" y="1447920"/>
            <a:ext cx="8381520" cy="533160"/>
          </a:xfrm>
          <a:prstGeom prst="rect">
            <a:avLst/>
          </a:prstGeom>
          <a:noFill/>
          <a:ln w="0">
            <a:noFill/>
          </a:ln>
        </p:spPr>
        <p:txBody>
          <a:bodyPr numCol="1" spcCol="0" lIns="91440" rIns="91440" tIns="45720" bIns="45720" anchor="t">
            <a:noAutofit/>
          </a:bodyPr>
          <a:p>
            <a:pPr indent="0" algn="ctr">
              <a:lnSpc>
                <a:spcPct val="100000"/>
              </a:lnSpc>
              <a:spcBef>
                <a:spcPts val="479"/>
              </a:spcBef>
              <a:buNone/>
              <a:tabLst>
                <a:tab algn="l" pos="0"/>
              </a:tabLst>
            </a:pPr>
            <a:r>
              <a:rPr b="1" lang="en-US" sz="2400" strike="noStrike" u="none">
                <a:solidFill>
                  <a:schemeClr val="dk1"/>
                </a:solidFill>
                <a:effectLst/>
                <a:uFillTx/>
                <a:latin typeface="Arial"/>
                <a:ea typeface="Verdana"/>
              </a:rPr>
              <a:t>Table 12-5 Data Storage, Retrieval, and Analysis Jobs</a:t>
            </a:r>
            <a:endParaRPr b="0" lang="en-US" sz="2400" strike="noStrike" u="none">
              <a:solidFill>
                <a:schemeClr val="dk1"/>
              </a:solidFill>
              <a:effectLst/>
              <a:uFillTx/>
              <a:latin typeface="Arial"/>
            </a:endParaRPr>
          </a:p>
        </p:txBody>
      </p:sp>
      <p:graphicFrame>
        <p:nvGraphicFramePr>
          <p:cNvPr id="235" name="Table 7"/>
          <p:cNvGraphicFramePr/>
          <p:nvPr/>
        </p:nvGraphicFramePr>
        <p:xfrm>
          <a:off x="0" y="1905120"/>
          <a:ext cx="9143640" cy="3123720"/>
        </p:xfrm>
        <a:graphic>
          <a:graphicData uri="http://schemas.openxmlformats.org/drawingml/2006/table">
            <a:tbl>
              <a:tblPr/>
              <a:tblGrid>
                <a:gridCol w="2684160"/>
                <a:gridCol w="6459480"/>
              </a:tblGrid>
              <a:tr h="327240">
                <a:tc>
                  <a:txBody>
                    <a:bodyPr anchor="t">
                      <a:noAutofit/>
                    </a:bodyPr>
                    <a:p>
                      <a:pPr algn="ctr" defTabSz="914400">
                        <a:lnSpc>
                          <a:spcPct val="100000"/>
                        </a:lnSpc>
                      </a:pPr>
                      <a:r>
                        <a:rPr b="1" lang="en-US" sz="1200" strike="noStrike" u="none">
                          <a:solidFill>
                            <a:schemeClr val="lt1"/>
                          </a:solidFill>
                          <a:effectLst/>
                          <a:uFillTx/>
                          <a:latin typeface="Arial"/>
                        </a:rPr>
                        <a:t>Job Title </a:t>
                      </a:r>
                      <a:endParaRPr b="0" lang="en-US" sz="12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200" strike="noStrike" u="none">
                          <a:solidFill>
                            <a:schemeClr val="lt1"/>
                          </a:solidFill>
                          <a:effectLst/>
                          <a:uFillTx/>
                          <a:latin typeface="Arial"/>
                        </a:rPr>
                        <a:t>Job Description</a:t>
                      </a:r>
                      <a:endParaRPr b="0" lang="en-US" sz="12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r>
              <a:tr h="763560">
                <a:tc>
                  <a:txBody>
                    <a:bodyPr anchor="t">
                      <a:noAutofit/>
                    </a:bodyPr>
                    <a:p>
                      <a:pPr defTabSz="914400">
                        <a:lnSpc>
                          <a:spcPct val="100000"/>
                        </a:lnSpc>
                      </a:pPr>
                      <a:r>
                        <a:rPr b="1" lang="en-US" sz="1200" strike="noStrike" u="none">
                          <a:solidFill>
                            <a:schemeClr val="dk1"/>
                          </a:solidFill>
                          <a:effectLst/>
                          <a:uFillTx/>
                          <a:latin typeface="Arial"/>
                        </a:rPr>
                        <a:t>Data Scientist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1" lang="en-US" sz="1200" strike="noStrike" u="none">
                          <a:solidFill>
                            <a:schemeClr val="dk1"/>
                          </a:solidFill>
                          <a:effectLst/>
                          <a:uFillTx/>
                          <a:latin typeface="Arial"/>
                        </a:rPr>
                        <a:t> </a:t>
                      </a:r>
                      <a:r>
                        <a:rPr b="0" lang="en-US" sz="1200" strike="noStrike" u="none">
                          <a:solidFill>
                            <a:schemeClr val="dk1"/>
                          </a:solidFill>
                          <a:effectLst/>
                          <a:uFillTx/>
                          <a:latin typeface="Arial"/>
                        </a:rPr>
                        <a:t>Uses analytics and other Big Data techniques to interpret a company’s data from a variety of sources to better understand its performance, make recommendations for improvement, and predict future outcomes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27240">
                <a:tc>
                  <a:txBody>
                    <a:bodyPr anchor="t">
                      <a:noAutofit/>
                    </a:bodyPr>
                    <a:p>
                      <a:pPr defTabSz="914400">
                        <a:lnSpc>
                          <a:spcPct val="100000"/>
                        </a:lnSpc>
                      </a:pPr>
                      <a:r>
                        <a:rPr b="1" lang="en-US" sz="1200" strike="noStrike" u="none">
                          <a:solidFill>
                            <a:schemeClr val="dk1"/>
                          </a:solidFill>
                          <a:effectLst/>
                          <a:uFillTx/>
                          <a:latin typeface="Arial"/>
                        </a:rPr>
                        <a:t>Database Administrator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Creates and maintains the data dictionary; monitors database performance</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96720">
                <a:tc>
                  <a:txBody>
                    <a:bodyPr anchor="t">
                      <a:noAutofit/>
                    </a:bodyPr>
                    <a:p>
                      <a:pPr defTabSz="914400">
                        <a:lnSpc>
                          <a:spcPct val="100000"/>
                        </a:lnSpc>
                      </a:pPr>
                      <a:r>
                        <a:rPr b="1" lang="en-US" sz="1200" strike="noStrike" u="none">
                          <a:solidFill>
                            <a:schemeClr val="dk1"/>
                          </a:solidFill>
                          <a:effectLst/>
                          <a:uFillTx/>
                          <a:latin typeface="Arial"/>
                        </a:rPr>
                        <a:t>Database Analyst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Uses data modeling techniques and tools to analyze and specify data usage</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45400">
                <a:tc>
                  <a:txBody>
                    <a:bodyPr anchor="t">
                      <a:noAutofit/>
                    </a:bodyPr>
                    <a:p>
                      <a:pPr defTabSz="914400">
                        <a:lnSpc>
                          <a:spcPct val="100000"/>
                        </a:lnSpc>
                      </a:pPr>
                      <a:r>
                        <a:rPr b="1" lang="en-US" sz="1200" strike="noStrike" u="none">
                          <a:solidFill>
                            <a:schemeClr val="dk1"/>
                          </a:solidFill>
                          <a:effectLst/>
                          <a:uFillTx/>
                          <a:latin typeface="Arial"/>
                        </a:rPr>
                        <a:t>Digital Forensics Examiner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Collects and analyzes evidence found on computers, networks, mobile devices, and databases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63560">
                <a:tc>
                  <a:txBody>
                    <a:bodyPr anchor="t">
                      <a:noAutofit/>
                    </a:bodyPr>
                    <a:p>
                      <a:pPr defTabSz="914400">
                        <a:lnSpc>
                          <a:spcPct val="100000"/>
                        </a:lnSpc>
                      </a:pPr>
                      <a:r>
                        <a:rPr b="1" lang="en-US" sz="1200" strike="noStrike" u="none">
                          <a:solidFill>
                            <a:schemeClr val="dk1"/>
                          </a:solidFill>
                          <a:effectLst/>
                          <a:uFillTx/>
                          <a:latin typeface="Arial"/>
                        </a:rPr>
                        <a:t>Web Analytics Expert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Collects and measures Internet data, such as website traffic patterns and advertising, and develops reports that recommend strategies to maximize an organization’s web presence</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519120" y="228600"/>
            <a:ext cx="8243640" cy="68544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dk1"/>
                </a:solidFill>
                <a:effectLst/>
                <a:uFillTx/>
                <a:latin typeface="Arial"/>
              </a:rPr>
              <a:t>Technology Careers (14 of 15)</a:t>
            </a:r>
            <a:endParaRPr b="0" lang="en-US" sz="3600" strike="noStrike" u="none">
              <a:solidFill>
                <a:schemeClr val="dk1"/>
              </a:solidFill>
              <a:effectLst/>
              <a:uFillTx/>
              <a:latin typeface="Arial"/>
            </a:endParaRPr>
          </a:p>
        </p:txBody>
      </p:sp>
      <p:sp>
        <p:nvSpPr>
          <p:cNvPr id="237" name="PlaceHolder 2"/>
          <p:cNvSpPr>
            <a:spLocks noGrp="1"/>
          </p:cNvSpPr>
          <p:nvPr>
            <p:ph/>
          </p:nvPr>
        </p:nvSpPr>
        <p:spPr>
          <a:xfrm>
            <a:off x="380880" y="1219320"/>
            <a:ext cx="8381520" cy="533160"/>
          </a:xfrm>
          <a:prstGeom prst="rect">
            <a:avLst/>
          </a:prstGeom>
          <a:noFill/>
          <a:ln w="0">
            <a:noFill/>
          </a:ln>
        </p:spPr>
        <p:txBody>
          <a:bodyPr numCol="1" spcCol="0" lIns="91440" rIns="91440" tIns="45720" bIns="45720" anchor="t">
            <a:noAutofit/>
          </a:bodyPr>
          <a:p>
            <a:pPr indent="0" algn="ctr">
              <a:lnSpc>
                <a:spcPct val="100000"/>
              </a:lnSpc>
              <a:spcBef>
                <a:spcPts val="479"/>
              </a:spcBef>
              <a:buNone/>
              <a:tabLst>
                <a:tab algn="l" pos="0"/>
              </a:tabLst>
            </a:pPr>
            <a:r>
              <a:rPr b="1" lang="en-US" sz="2400" strike="noStrike" u="none">
                <a:solidFill>
                  <a:schemeClr val="dk1"/>
                </a:solidFill>
                <a:effectLst/>
                <a:uFillTx/>
                <a:latin typeface="Arial"/>
                <a:ea typeface="Verdana"/>
              </a:rPr>
              <a:t>Table 12-6 Information and Systems Security Jobs</a:t>
            </a:r>
            <a:endParaRPr b="0" lang="en-US" sz="2400" strike="noStrike" u="none">
              <a:solidFill>
                <a:schemeClr val="dk1"/>
              </a:solidFill>
              <a:effectLst/>
              <a:uFillTx/>
              <a:latin typeface="Arial"/>
            </a:endParaRPr>
          </a:p>
        </p:txBody>
      </p:sp>
      <p:graphicFrame>
        <p:nvGraphicFramePr>
          <p:cNvPr id="238" name="Table 7"/>
          <p:cNvGraphicFramePr/>
          <p:nvPr/>
        </p:nvGraphicFramePr>
        <p:xfrm>
          <a:off x="0" y="1676520"/>
          <a:ext cx="9143640" cy="3504960"/>
        </p:xfrm>
        <a:graphic>
          <a:graphicData uri="http://schemas.openxmlformats.org/drawingml/2006/table">
            <a:tbl>
              <a:tblPr/>
              <a:tblGrid>
                <a:gridCol w="2684160"/>
                <a:gridCol w="6459480"/>
              </a:tblGrid>
              <a:tr h="300240">
                <a:tc>
                  <a:txBody>
                    <a:bodyPr anchor="t">
                      <a:noAutofit/>
                    </a:bodyPr>
                    <a:p>
                      <a:pPr algn="ctr" defTabSz="914400">
                        <a:lnSpc>
                          <a:spcPct val="100000"/>
                        </a:lnSpc>
                      </a:pPr>
                      <a:r>
                        <a:rPr b="1" lang="en-US" sz="1200" strike="noStrike" u="none">
                          <a:solidFill>
                            <a:schemeClr val="lt1"/>
                          </a:solidFill>
                          <a:effectLst/>
                          <a:uFillTx/>
                          <a:latin typeface="Arial"/>
                        </a:rPr>
                        <a:t>Job Title </a:t>
                      </a:r>
                      <a:endParaRPr b="0" lang="en-US" sz="12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200" strike="noStrike" u="none">
                          <a:solidFill>
                            <a:schemeClr val="lt1"/>
                          </a:solidFill>
                          <a:effectLst/>
                          <a:uFillTx/>
                          <a:latin typeface="Arial"/>
                        </a:rPr>
                        <a:t>Job Description</a:t>
                      </a:r>
                      <a:endParaRPr b="0" lang="en-US" sz="12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r>
              <a:tr h="500400">
                <a:tc>
                  <a:txBody>
                    <a:bodyPr anchor="t">
                      <a:noAutofit/>
                    </a:bodyPr>
                    <a:p>
                      <a:pPr defTabSz="914400">
                        <a:lnSpc>
                          <a:spcPct val="100000"/>
                        </a:lnSpc>
                      </a:pPr>
                      <a:r>
                        <a:rPr b="1" lang="en-US" sz="1200" strike="noStrike" u="none">
                          <a:solidFill>
                            <a:schemeClr val="dk1"/>
                          </a:solidFill>
                          <a:effectLst/>
                          <a:uFillTx/>
                          <a:latin typeface="Arial"/>
                        </a:rPr>
                        <a:t>Computer Security Incident</a:t>
                      </a:r>
                      <a:endParaRPr b="0" lang="en-US" sz="1200" strike="noStrike" u="none">
                        <a:solidFill>
                          <a:srgbClr val="000000"/>
                        </a:solidFill>
                        <a:effectLst/>
                        <a:uFillTx/>
                        <a:latin typeface="Arial"/>
                      </a:endParaRPr>
                    </a:p>
                    <a:p>
                      <a:pPr defTabSz="914400">
                        <a:lnSpc>
                          <a:spcPct val="100000"/>
                        </a:lnSpc>
                      </a:pPr>
                      <a:r>
                        <a:rPr b="1" lang="en-US" sz="1200" strike="noStrike" u="none">
                          <a:solidFill>
                            <a:schemeClr val="dk1"/>
                          </a:solidFill>
                          <a:effectLst/>
                          <a:uFillTx/>
                          <a:latin typeface="Arial"/>
                        </a:rPr>
                        <a:t>Responder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Creates logs, documentation, and recovery plans based on cybersecurity threats and incidents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00400">
                <a:tc>
                  <a:txBody>
                    <a:bodyPr anchor="t">
                      <a:noAutofit/>
                    </a:bodyPr>
                    <a:p>
                      <a:pPr defTabSz="914400">
                        <a:lnSpc>
                          <a:spcPct val="100000"/>
                        </a:lnSpc>
                      </a:pPr>
                      <a:r>
                        <a:rPr b="1" lang="en-US" sz="1200" strike="noStrike" u="none">
                          <a:solidFill>
                            <a:schemeClr val="dk1"/>
                          </a:solidFill>
                          <a:effectLst/>
                          <a:uFillTx/>
                          <a:latin typeface="Arial"/>
                        </a:rPr>
                        <a:t>Computer Security Specialist/ Mobile Security Specialist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Responsible for the security of data and information stored on computers and mobile devices within an organization</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00920">
                <a:tc>
                  <a:txBody>
                    <a:bodyPr anchor="t">
                      <a:noAutofit/>
                    </a:bodyPr>
                    <a:p>
                      <a:pPr defTabSz="914400">
                        <a:lnSpc>
                          <a:spcPct val="100000"/>
                        </a:lnSpc>
                      </a:pPr>
                      <a:r>
                        <a:rPr b="1" lang="en-US" sz="1200" strike="noStrike" u="none">
                          <a:solidFill>
                            <a:schemeClr val="dk1"/>
                          </a:solidFill>
                          <a:effectLst/>
                          <a:uFillTx/>
                          <a:latin typeface="Arial"/>
                        </a:rPr>
                        <a:t>Digital Forensics Analyst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Inspects electronic data to recover documents and files from data storage</a:t>
                      </a:r>
                      <a:endParaRPr b="0" lang="en-US" sz="1200" strike="noStrike" u="none">
                        <a:solidFill>
                          <a:srgbClr val="000000"/>
                        </a:solidFill>
                        <a:effectLst/>
                        <a:uFillTx/>
                        <a:latin typeface="Arial"/>
                      </a:endParaRPr>
                    </a:p>
                    <a:p>
                      <a:pPr defTabSz="914400">
                        <a:lnSpc>
                          <a:spcPct val="100000"/>
                        </a:lnSpc>
                      </a:pPr>
                      <a:r>
                        <a:rPr b="0" lang="en-US" sz="1200" strike="noStrike" u="none">
                          <a:solidFill>
                            <a:schemeClr val="dk1"/>
                          </a:solidFill>
                          <a:effectLst/>
                          <a:uFillTx/>
                          <a:latin typeface="Arial"/>
                        </a:rPr>
                        <a:t>devices that may have been damaged or deleted, in order to use them as</a:t>
                      </a:r>
                      <a:endParaRPr b="0" lang="en-US" sz="1200" strike="noStrike" u="none">
                        <a:solidFill>
                          <a:srgbClr val="000000"/>
                        </a:solidFill>
                        <a:effectLst/>
                        <a:uFillTx/>
                        <a:latin typeface="Arial"/>
                      </a:endParaRPr>
                    </a:p>
                    <a:p>
                      <a:pPr defTabSz="914400">
                        <a:lnSpc>
                          <a:spcPct val="100000"/>
                        </a:lnSpc>
                      </a:pPr>
                      <a:r>
                        <a:rPr b="0" lang="en-US" sz="1200" strike="noStrike" u="none">
                          <a:solidFill>
                            <a:schemeClr val="dk1"/>
                          </a:solidFill>
                          <a:effectLst/>
                          <a:uFillTx/>
                          <a:latin typeface="Arial"/>
                        </a:rPr>
                        <a:t>evidence in a crime investigation</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00240">
                <a:tc>
                  <a:txBody>
                    <a:bodyPr anchor="t">
                      <a:noAutofit/>
                    </a:bodyPr>
                    <a:p>
                      <a:pPr defTabSz="914400">
                        <a:lnSpc>
                          <a:spcPct val="100000"/>
                        </a:lnSpc>
                      </a:pPr>
                      <a:r>
                        <a:rPr b="1" lang="en-US" sz="1200" strike="noStrike" u="none">
                          <a:solidFill>
                            <a:schemeClr val="dk1"/>
                          </a:solidFill>
                          <a:effectLst/>
                          <a:uFillTx/>
                          <a:latin typeface="Arial"/>
                        </a:rPr>
                        <a:t>Network Security Administrator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Configures routers and firewalls; specifies web protocols and enterprise technologies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00920">
                <a:tc>
                  <a:txBody>
                    <a:bodyPr anchor="t">
                      <a:noAutofit/>
                    </a:bodyPr>
                    <a:p>
                      <a:pPr defTabSz="914400">
                        <a:lnSpc>
                          <a:spcPct val="100000"/>
                        </a:lnSpc>
                      </a:pPr>
                      <a:r>
                        <a:rPr b="1" lang="en-US" sz="1200" strike="noStrike" u="none">
                          <a:solidFill>
                            <a:schemeClr val="dk1"/>
                          </a:solidFill>
                          <a:effectLst/>
                          <a:uFillTx/>
                          <a:latin typeface="Arial"/>
                        </a:rPr>
                        <a:t>Security Analyst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Implements security procedures and methods, looks for flaws in security of a company’s devices and networks, works with and trains employees at all levels, and assigns permissions and network settings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00400">
                <a:tc>
                  <a:txBody>
                    <a:bodyPr anchor="t">
                      <a:noAutofit/>
                    </a:bodyPr>
                    <a:p>
                      <a:pPr defTabSz="914400">
                        <a:lnSpc>
                          <a:spcPct val="100000"/>
                        </a:lnSpc>
                      </a:pPr>
                      <a:r>
                        <a:rPr b="1" lang="en-US" sz="1200" strike="noStrike" u="none">
                          <a:solidFill>
                            <a:schemeClr val="dk1"/>
                          </a:solidFill>
                          <a:effectLst/>
                          <a:uFillTx/>
                          <a:latin typeface="Arial"/>
                        </a:rPr>
                        <a:t>Security System Project Manager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Develops and maintains programs and tools designed to provide security to a network</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519120" y="76320"/>
            <a:ext cx="8243640" cy="685440"/>
          </a:xfrm>
          <a:prstGeom prst="rect">
            <a:avLst/>
          </a:prstGeom>
          <a:noFill/>
          <a:ln w="0">
            <a:noFill/>
          </a:ln>
        </p:spPr>
        <p:txBody>
          <a:bodyPr numCol="1" spcCol="0" lIns="91440" rIns="91440" tIns="45720" bIns="45720" anchor="ctr">
            <a:noAutofit/>
          </a:bodyPr>
          <a:p>
            <a:pPr indent="0" algn="ctr">
              <a:lnSpc>
                <a:spcPct val="100000"/>
              </a:lnSpc>
              <a:buNone/>
            </a:pPr>
            <a:r>
              <a:rPr b="0" lang="en-US" sz="3600" strike="noStrike" u="none">
                <a:solidFill>
                  <a:schemeClr val="dk1"/>
                </a:solidFill>
                <a:effectLst/>
                <a:uFillTx/>
                <a:latin typeface="Arial"/>
              </a:rPr>
              <a:t>Technology Careers (15 of 15)</a:t>
            </a:r>
            <a:endParaRPr b="0" lang="en-US" sz="3600" strike="noStrike" u="none">
              <a:solidFill>
                <a:schemeClr val="dk1"/>
              </a:solidFill>
              <a:effectLst/>
              <a:uFillTx/>
              <a:latin typeface="Arial"/>
            </a:endParaRPr>
          </a:p>
        </p:txBody>
      </p:sp>
      <p:sp>
        <p:nvSpPr>
          <p:cNvPr id="240" name="PlaceHolder 2"/>
          <p:cNvSpPr>
            <a:spLocks noGrp="1"/>
          </p:cNvSpPr>
          <p:nvPr>
            <p:ph/>
          </p:nvPr>
        </p:nvSpPr>
        <p:spPr>
          <a:xfrm>
            <a:off x="304920" y="1449720"/>
            <a:ext cx="8381520" cy="743760"/>
          </a:xfrm>
          <a:prstGeom prst="rect">
            <a:avLst/>
          </a:prstGeom>
          <a:noFill/>
          <a:ln w="0">
            <a:noFill/>
          </a:ln>
        </p:spPr>
        <p:txBody>
          <a:bodyPr numCol="1" spcCol="0" lIns="91440" rIns="91440" tIns="45720" bIns="45720" anchor="t">
            <a:noAutofit/>
          </a:bodyPr>
          <a:p>
            <a:pPr indent="0" algn="ctr">
              <a:lnSpc>
                <a:spcPct val="100000"/>
              </a:lnSpc>
              <a:spcBef>
                <a:spcPts val="479"/>
              </a:spcBef>
              <a:buNone/>
              <a:tabLst>
                <a:tab algn="l" pos="0"/>
              </a:tabLst>
            </a:pPr>
            <a:r>
              <a:rPr b="1" lang="en-US" sz="2400" strike="noStrike" u="none">
                <a:solidFill>
                  <a:schemeClr val="dk1"/>
                </a:solidFill>
                <a:effectLst/>
                <a:uFillTx/>
                <a:latin typeface="Arial"/>
                <a:ea typeface="Verdana"/>
              </a:rPr>
              <a:t>Table 12-7 App Development and Mobile Technologies Jobs</a:t>
            </a:r>
            <a:endParaRPr b="0" lang="en-US" sz="2400" strike="noStrike" u="none">
              <a:solidFill>
                <a:schemeClr val="dk1"/>
              </a:solidFill>
              <a:effectLst/>
              <a:uFillTx/>
              <a:latin typeface="Arial"/>
            </a:endParaRPr>
          </a:p>
        </p:txBody>
      </p:sp>
      <p:graphicFrame>
        <p:nvGraphicFramePr>
          <p:cNvPr id="241" name="Table 7"/>
          <p:cNvGraphicFramePr/>
          <p:nvPr/>
        </p:nvGraphicFramePr>
        <p:xfrm>
          <a:off x="0" y="2209680"/>
          <a:ext cx="9143640" cy="2971440"/>
        </p:xfrm>
        <a:graphic>
          <a:graphicData uri="http://schemas.openxmlformats.org/drawingml/2006/table">
            <a:tbl>
              <a:tblPr/>
              <a:tblGrid>
                <a:gridCol w="2684160"/>
                <a:gridCol w="6459480"/>
              </a:tblGrid>
              <a:tr h="318240">
                <a:tc>
                  <a:txBody>
                    <a:bodyPr anchor="t">
                      <a:noAutofit/>
                    </a:bodyPr>
                    <a:p>
                      <a:pPr algn="ctr" defTabSz="914400">
                        <a:lnSpc>
                          <a:spcPct val="100000"/>
                        </a:lnSpc>
                      </a:pPr>
                      <a:r>
                        <a:rPr b="1" lang="en-US" sz="1200" strike="noStrike" u="none">
                          <a:solidFill>
                            <a:schemeClr val="lt1"/>
                          </a:solidFill>
                          <a:effectLst/>
                          <a:uFillTx/>
                          <a:latin typeface="Arial"/>
                        </a:rPr>
                        <a:t>Job Title </a:t>
                      </a:r>
                      <a:endParaRPr b="0" lang="en-US" sz="12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c>
                  <a:txBody>
                    <a:bodyPr anchor="t">
                      <a:noAutofit/>
                    </a:bodyPr>
                    <a:p>
                      <a:pPr algn="ctr" defTabSz="914400">
                        <a:lnSpc>
                          <a:spcPct val="100000"/>
                        </a:lnSpc>
                      </a:pPr>
                      <a:r>
                        <a:rPr b="1" lang="en-US" sz="1200" strike="noStrike" u="none">
                          <a:solidFill>
                            <a:schemeClr val="lt1"/>
                          </a:solidFill>
                          <a:effectLst/>
                          <a:uFillTx/>
                          <a:latin typeface="Arial"/>
                        </a:rPr>
                        <a:t>Job Description</a:t>
                      </a:r>
                      <a:endParaRPr b="0" lang="en-US" sz="1200" strike="noStrike" u="non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a288f"/>
                    </a:solidFill>
                  </a:tcPr>
                </a:tc>
              </a:tr>
              <a:tr h="742680">
                <a:tc>
                  <a:txBody>
                    <a:bodyPr anchor="t">
                      <a:noAutofit/>
                    </a:bodyPr>
                    <a:p>
                      <a:pPr defTabSz="914400">
                        <a:lnSpc>
                          <a:spcPct val="100000"/>
                        </a:lnSpc>
                      </a:pPr>
                      <a:r>
                        <a:rPr b="1" lang="en-US" sz="1200" strike="noStrike" u="none">
                          <a:solidFill>
                            <a:schemeClr val="dk1"/>
                          </a:solidFill>
                          <a:effectLst/>
                          <a:uFillTx/>
                          <a:latin typeface="Arial"/>
                        </a:rPr>
                        <a:t>Desktop or Mobile</a:t>
                      </a:r>
                      <a:endParaRPr b="0" lang="en-US" sz="1200" strike="noStrike" u="none">
                        <a:solidFill>
                          <a:srgbClr val="000000"/>
                        </a:solidFill>
                        <a:effectLst/>
                        <a:uFillTx/>
                        <a:latin typeface="Arial"/>
                      </a:endParaRPr>
                    </a:p>
                    <a:p>
                      <a:pPr defTabSz="914400">
                        <a:lnSpc>
                          <a:spcPct val="100000"/>
                        </a:lnSpc>
                      </a:pPr>
                      <a:r>
                        <a:rPr b="1" lang="en-US" sz="1200" strike="noStrike" u="none">
                          <a:solidFill>
                            <a:schemeClr val="dk1"/>
                          </a:solidFill>
                          <a:effectLst/>
                          <a:uFillTx/>
                          <a:latin typeface="Arial"/>
                        </a:rPr>
                        <a:t>Application Programmer/</a:t>
                      </a:r>
                      <a:endParaRPr b="0" lang="en-US" sz="1200" strike="noStrike" u="none">
                        <a:solidFill>
                          <a:srgbClr val="000000"/>
                        </a:solidFill>
                        <a:effectLst/>
                        <a:uFillTx/>
                        <a:latin typeface="Arial"/>
                      </a:endParaRPr>
                    </a:p>
                    <a:p>
                      <a:pPr defTabSz="914400">
                        <a:lnSpc>
                          <a:spcPct val="100000"/>
                        </a:lnSpc>
                      </a:pPr>
                      <a:r>
                        <a:rPr b="1" lang="en-US" sz="1200" strike="noStrike" u="none">
                          <a:solidFill>
                            <a:schemeClr val="dk1"/>
                          </a:solidFill>
                          <a:effectLst/>
                          <a:uFillTx/>
                          <a:latin typeface="Arial"/>
                        </a:rPr>
                        <a:t>Developer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Converts the system design into the appropriate application development language, such as Visual Basic, Java, C#, and Objective C, and toolkits for various platforms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30640">
                <a:tc>
                  <a:txBody>
                    <a:bodyPr anchor="t">
                      <a:noAutofit/>
                    </a:bodyPr>
                    <a:p>
                      <a:pPr defTabSz="914400">
                        <a:lnSpc>
                          <a:spcPct val="100000"/>
                        </a:lnSpc>
                      </a:pPr>
                      <a:r>
                        <a:rPr b="1" lang="en-US" sz="1200" strike="noStrike" u="none">
                          <a:solidFill>
                            <a:schemeClr val="dk1"/>
                          </a:solidFill>
                          <a:effectLst/>
                          <a:uFillTx/>
                          <a:latin typeface="Arial"/>
                        </a:rPr>
                        <a:t>Games Designer/Programmer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Designs games and translates designs into a program or app using an appropriate application development language</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18240">
                <a:tc>
                  <a:txBody>
                    <a:bodyPr anchor="t">
                      <a:noAutofit/>
                    </a:bodyPr>
                    <a:p>
                      <a:pPr defTabSz="914400">
                        <a:lnSpc>
                          <a:spcPct val="100000"/>
                        </a:lnSpc>
                      </a:pPr>
                      <a:r>
                        <a:rPr b="1" lang="en-US" sz="1200" strike="noStrike" u="none">
                          <a:solidFill>
                            <a:schemeClr val="dk1"/>
                          </a:solidFill>
                          <a:effectLst/>
                          <a:uFillTx/>
                          <a:latin typeface="Arial"/>
                        </a:rPr>
                        <a:t>Mobile Strategist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Integrates and expands the company’s initiatives for mobile users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30640">
                <a:tc>
                  <a:txBody>
                    <a:bodyPr anchor="t">
                      <a:noAutofit/>
                    </a:bodyPr>
                    <a:p>
                      <a:pPr defTabSz="914400">
                        <a:lnSpc>
                          <a:spcPct val="100000"/>
                        </a:lnSpc>
                      </a:pPr>
                      <a:r>
                        <a:rPr b="1" lang="en-US" sz="1200" strike="noStrike" u="none">
                          <a:solidFill>
                            <a:schemeClr val="dk1"/>
                          </a:solidFill>
                          <a:effectLst/>
                          <a:uFillTx/>
                          <a:latin typeface="Arial"/>
                        </a:rPr>
                        <a:t>Mobile Technology Expert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Develops and directs an organization’s mobile strategy, including marketing and app development</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30640">
                <a:tc>
                  <a:txBody>
                    <a:bodyPr anchor="t">
                      <a:noAutofit/>
                    </a:bodyPr>
                    <a:p>
                      <a:pPr defTabSz="914400">
                        <a:lnSpc>
                          <a:spcPct val="100000"/>
                        </a:lnSpc>
                      </a:pPr>
                      <a:r>
                        <a:rPr b="1" lang="en-US" sz="1200" strike="noStrike" u="none">
                          <a:solidFill>
                            <a:schemeClr val="dk1"/>
                          </a:solidFill>
                          <a:effectLst/>
                          <a:uFillTx/>
                          <a:latin typeface="Arial"/>
                        </a:rPr>
                        <a:t>Virtual Reality Engineer</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defTabSz="914400">
                        <a:lnSpc>
                          <a:spcPct val="100000"/>
                        </a:lnSpc>
                      </a:pPr>
                      <a:r>
                        <a:rPr b="0" lang="en-US" sz="1200" strike="noStrike" u="none">
                          <a:solidFill>
                            <a:schemeClr val="dk1"/>
                          </a:solidFill>
                          <a:effectLst/>
                          <a:uFillTx/>
                          <a:latin typeface="Arial"/>
                        </a:rPr>
                        <a:t>Designs applications that incorporate technologies (such as Virtual Reality (VR) and 3-D) with tools (such as Google Cardboard) to create storytelling tools and apps.</a:t>
                      </a:r>
                      <a:endParaRPr b="0" lang="en-US" sz="1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buNone/>
            </a:pPr>
            <a:endParaRPr b="0" lang="en-US" sz="3600" strike="noStrike" u="none">
              <a:solidFill>
                <a:schemeClr val="lt1"/>
              </a:solidFill>
              <a:effectLst/>
              <a:uFillTx/>
              <a:latin typeface="Arial"/>
            </a:endParaRPr>
          </a:p>
        </p:txBody>
      </p:sp>
      <p:sp>
        <p:nvSpPr>
          <p:cNvPr id="243" name="PlaceHolder 2"/>
          <p:cNvSpPr>
            <a:spLocks noGrp="1"/>
          </p:cNvSpPr>
          <p:nvPr>
            <p:ph/>
          </p:nvPr>
        </p:nvSpPr>
        <p:spPr>
          <a:xfrm>
            <a:off x="152280" y="1600200"/>
            <a:ext cx="8838720" cy="4647960"/>
          </a:xfrm>
          <a:prstGeom prst="rect">
            <a:avLst/>
          </a:prstGeom>
          <a:noFill/>
          <a:ln w="0">
            <a:noFill/>
          </a:ln>
        </p:spPr>
        <p:txBody>
          <a:bodyPr numCol="1" spcCol="0" lIns="91440" rIns="91440" tIns="45720" bIns="45720" anchor="t">
            <a:noAutofit/>
          </a:bodyPr>
          <a:p>
            <a:pPr indent="0">
              <a:spcBef>
                <a:spcPts val="1417"/>
              </a:spcBef>
              <a:buNone/>
            </a:pPr>
            <a:endParaRPr b="0" lang="en-US" sz="2600" strike="noStrike" u="none">
              <a:solidFill>
                <a:schemeClr val="dk1"/>
              </a:solidFill>
              <a:effectLst/>
              <a:uFillTx/>
              <a:latin typeface="Arial"/>
              <a:ea typeface="Verdana"/>
            </a:endParaRPr>
          </a:p>
        </p:txBody>
      </p:sp>
      <p:sp>
        <p:nvSpPr>
          <p:cNvPr id="244" name="PlaceHolder 3"/>
          <p:cNvSpPr>
            <a:spLocks noGrp="1"/>
          </p:cNvSpPr>
          <p:nvPr>
            <p:ph/>
          </p:nvPr>
        </p:nvSpPr>
        <p:spPr>
          <a:xfrm>
            <a:off x="152280" y="6400800"/>
            <a:ext cx="1676160" cy="456840"/>
          </a:xfrm>
          <a:prstGeom prst="rect">
            <a:avLst/>
          </a:prstGeom>
          <a:noFill/>
          <a:ln w="0">
            <a:noFill/>
          </a:ln>
        </p:spPr>
        <p:txBody>
          <a:bodyPr numCol="1" spcCol="0" lIns="91440" rIns="91440" tIns="45720" bIns="45720" anchor="t">
            <a:noAutofit/>
          </a:bodyPr>
          <a:p>
            <a:pPr indent="0">
              <a:spcBef>
                <a:spcPts val="1417"/>
              </a:spcBef>
              <a:buNone/>
            </a:pPr>
            <a:endParaRPr b="0" lang="en-US" sz="1200" strike="noStrike" u="none">
              <a:solidFill>
                <a:schemeClr val="dk1"/>
              </a:solidFill>
              <a:effectLst/>
              <a:uFillTx/>
              <a:latin typeface="Arial"/>
              <a:ea typeface="Verdana"/>
            </a:endParaRPr>
          </a:p>
        </p:txBody>
      </p:sp>
      <p:pic>
        <p:nvPicPr>
          <p:cNvPr id="245" name="Picture 2" descr=""/>
          <p:cNvPicPr/>
          <p:nvPr/>
        </p:nvPicPr>
        <p:blipFill>
          <a:blip r:embed="rId1"/>
          <a:stretch/>
        </p:blipFill>
        <p:spPr>
          <a:xfrm>
            <a:off x="0" y="0"/>
            <a:ext cx="8154720" cy="6857640"/>
          </a:xfrm>
          <a:prstGeom prst="rect">
            <a:avLst/>
          </a:prstGeom>
          <a:noFill/>
          <a:ln w="0">
            <a:noFill/>
          </a:ln>
        </p:spPr>
      </p:pic>
    </p:spTree>
  </p:cSld>
  <p:transition>
    <p:fade/>
  </p:transition>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buNone/>
            </a:pPr>
            <a:endParaRPr b="0" lang="en-US" sz="3600" strike="noStrike" u="none">
              <a:solidFill>
                <a:schemeClr val="lt1"/>
              </a:solidFill>
              <a:effectLst/>
              <a:uFillTx/>
              <a:latin typeface="Arial"/>
            </a:endParaRPr>
          </a:p>
        </p:txBody>
      </p:sp>
      <p:sp>
        <p:nvSpPr>
          <p:cNvPr id="247" name="PlaceHolder 2"/>
          <p:cNvSpPr>
            <a:spLocks noGrp="1"/>
          </p:cNvSpPr>
          <p:nvPr>
            <p:ph/>
          </p:nvPr>
        </p:nvSpPr>
        <p:spPr>
          <a:xfrm>
            <a:off x="152280" y="1600200"/>
            <a:ext cx="8838720" cy="4647960"/>
          </a:xfrm>
          <a:prstGeom prst="rect">
            <a:avLst/>
          </a:prstGeom>
          <a:noFill/>
          <a:ln w="0">
            <a:noFill/>
          </a:ln>
        </p:spPr>
        <p:txBody>
          <a:bodyPr numCol="1" spcCol="0" lIns="91440" rIns="91440" tIns="45720" bIns="45720" anchor="t">
            <a:noAutofit/>
          </a:bodyPr>
          <a:p>
            <a:pPr indent="0">
              <a:spcBef>
                <a:spcPts val="1417"/>
              </a:spcBef>
              <a:buNone/>
            </a:pPr>
            <a:endParaRPr b="0" lang="en-US" sz="2600" strike="noStrike" u="none">
              <a:solidFill>
                <a:schemeClr val="dk1"/>
              </a:solidFill>
              <a:effectLst/>
              <a:uFillTx/>
              <a:latin typeface="Arial"/>
              <a:ea typeface="Verdana"/>
            </a:endParaRPr>
          </a:p>
        </p:txBody>
      </p:sp>
      <p:sp>
        <p:nvSpPr>
          <p:cNvPr id="248" name="PlaceHolder 3"/>
          <p:cNvSpPr>
            <a:spLocks noGrp="1"/>
          </p:cNvSpPr>
          <p:nvPr>
            <p:ph/>
          </p:nvPr>
        </p:nvSpPr>
        <p:spPr>
          <a:xfrm>
            <a:off x="152280" y="6400800"/>
            <a:ext cx="1676160" cy="456840"/>
          </a:xfrm>
          <a:prstGeom prst="rect">
            <a:avLst/>
          </a:prstGeom>
          <a:noFill/>
          <a:ln w="0">
            <a:noFill/>
          </a:ln>
        </p:spPr>
        <p:txBody>
          <a:bodyPr numCol="1" spcCol="0" lIns="91440" rIns="91440" tIns="45720" bIns="45720" anchor="t">
            <a:noAutofit/>
          </a:bodyPr>
          <a:p>
            <a:pPr indent="0">
              <a:spcBef>
                <a:spcPts val="1417"/>
              </a:spcBef>
              <a:buNone/>
            </a:pPr>
            <a:endParaRPr b="0" lang="en-US" sz="1200" strike="noStrike" u="none">
              <a:solidFill>
                <a:schemeClr val="dk1"/>
              </a:solidFill>
              <a:effectLst/>
              <a:uFillTx/>
              <a:latin typeface="Arial"/>
              <a:ea typeface="Verdana"/>
            </a:endParaRPr>
          </a:p>
        </p:txBody>
      </p:sp>
      <p:pic>
        <p:nvPicPr>
          <p:cNvPr id="249" name="Picture 2" descr=""/>
          <p:cNvPicPr/>
          <p:nvPr/>
        </p:nvPicPr>
        <p:blipFill>
          <a:blip r:embed="rId1"/>
          <a:stretch/>
        </p:blipFill>
        <p:spPr>
          <a:xfrm>
            <a:off x="0" y="0"/>
            <a:ext cx="8610120" cy="6828840"/>
          </a:xfrm>
          <a:prstGeom prst="rect">
            <a:avLst/>
          </a:prstGeom>
          <a:noFill/>
          <a:ln w="0">
            <a:noFill/>
          </a:ln>
        </p:spPr>
      </p:pic>
    </p:spTree>
  </p:cSld>
  <p:transition>
    <p:fade/>
  </p:transition>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p:nvPr>
        </p:nvSpPr>
        <p:spPr>
          <a:xfrm>
            <a:off x="327240" y="9360"/>
            <a:ext cx="8457840" cy="1294920"/>
          </a:xfrm>
          <a:prstGeom prst="rect">
            <a:avLst/>
          </a:prstGeom>
          <a:noFill/>
          <a:ln w="0">
            <a:noFill/>
          </a:ln>
        </p:spPr>
        <p:txBody>
          <a:bodyPr numCol="1" spcCol="0" lIns="91440" rIns="91440" tIns="45720" bIns="45720" anchor="t">
            <a:noAutofit/>
          </a:bodyPr>
          <a:p>
            <a:pPr marL="343080" indent="-34308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A certification demonstrates your knowledge in a specific area to employers or potential employers.</a:t>
            </a:r>
            <a:endParaRPr b="0" lang="en-US" sz="2400" strike="noStrike" u="none">
              <a:solidFill>
                <a:schemeClr val="dk1"/>
              </a:solidFill>
              <a:effectLst/>
              <a:uFillTx/>
              <a:latin typeface="Arial"/>
            </a:endParaRPr>
          </a:p>
          <a:p>
            <a:pPr marL="343080" indent="-34308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Obtaining a certification requires time and money.</a:t>
            </a:r>
            <a:endParaRPr b="0" lang="en-US" sz="2400" strike="noStrike" u="none">
              <a:solidFill>
                <a:schemeClr val="dk1"/>
              </a:solidFill>
              <a:effectLst/>
              <a:uFillTx/>
              <a:latin typeface="Arial"/>
            </a:endParaRPr>
          </a:p>
        </p:txBody>
      </p:sp>
      <p:pic>
        <p:nvPicPr>
          <p:cNvPr id="251" name="Picture 3" descr="A screenshot shows the website of Certification exam sponsor, (ISC)2."/>
          <p:cNvPicPr/>
          <p:nvPr/>
        </p:nvPicPr>
        <p:blipFill>
          <a:blip r:embed="rId1"/>
          <a:stretch/>
        </p:blipFill>
        <p:spPr>
          <a:xfrm>
            <a:off x="1701360" y="1600200"/>
            <a:ext cx="4699080" cy="3623400"/>
          </a:xfrm>
          <a:prstGeom prst="rect">
            <a:avLst/>
          </a:prstGeom>
          <a:noFill/>
          <a:ln w="0">
            <a:noFill/>
          </a:ln>
        </p:spPr>
      </p:pic>
      <p:sp>
        <p:nvSpPr>
          <p:cNvPr id="252" name="Content Placeholder 4"/>
          <p:cNvSpPr/>
          <p:nvPr/>
        </p:nvSpPr>
        <p:spPr>
          <a:xfrm>
            <a:off x="349560" y="5200200"/>
            <a:ext cx="8413200" cy="914040"/>
          </a:xfrm>
          <a:prstGeom prst="rect">
            <a:avLst/>
          </a:prstGeom>
          <a:noFill/>
          <a:ln w="0">
            <a:noFill/>
          </a:ln>
        </p:spPr>
        <p:style>
          <a:lnRef idx="0"/>
          <a:fillRef idx="0"/>
          <a:effectRef idx="0"/>
          <a:fontRef idx="minor"/>
        </p:style>
        <p:txBody>
          <a:bodyPr numCol="1" spcCol="0" anchor="t">
            <a:noAutofit/>
          </a:bodyPr>
          <a:p>
            <a:pPr>
              <a:lnSpc>
                <a:spcPct val="100000"/>
              </a:lnSpc>
              <a:spcBef>
                <a:spcPts val="400"/>
              </a:spcBef>
              <a:tabLst>
                <a:tab algn="l" pos="0"/>
              </a:tabLst>
            </a:pPr>
            <a:r>
              <a:rPr b="1" lang="en-US" sz="2000" strike="noStrike" u="none">
                <a:solidFill>
                  <a:schemeClr val="dk1"/>
                </a:solidFill>
                <a:effectLst/>
                <a:uFillTx/>
                <a:latin typeface="Arial"/>
                <a:ea typeface="Verdana"/>
              </a:rPr>
              <a:t>Figure 12-12 </a:t>
            </a:r>
            <a:r>
              <a:rPr b="0" lang="en-US" sz="2000" strike="noStrike" u="none">
                <a:solidFill>
                  <a:schemeClr val="dk1"/>
                </a:solidFill>
                <a:effectLst/>
                <a:uFillTx/>
                <a:latin typeface="Arial"/>
                <a:ea typeface="Verdana"/>
              </a:rPr>
              <a:t>Certification exam sponsors, such as (ISC)2 shown here, provide ways for you to prepare for exams, register and pay for exams, and more. Source: (ISC)2</a:t>
            </a:r>
            <a:endParaRPr b="0" lang="en-US" sz="2000" strike="noStrike" u="none">
              <a:solidFill>
                <a:srgbClr val="000000"/>
              </a:solidFill>
              <a:effectLst/>
              <a:uFillTx/>
              <a:latin typeface="Arial"/>
            </a:endParaRPr>
          </a:p>
        </p:txBody>
      </p:sp>
      <p:sp>
        <p:nvSpPr>
          <p:cNvPr id="253" name="文字方塊 7"/>
          <p:cNvSpPr/>
          <p:nvPr/>
        </p:nvSpPr>
        <p:spPr>
          <a:xfrm>
            <a:off x="0" y="1200240"/>
            <a:ext cx="8637120" cy="399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000" strike="noStrike" u="none">
                <a:solidFill>
                  <a:schemeClr val="dk1"/>
                </a:solidFill>
                <a:effectLst/>
                <a:uFillTx/>
                <a:latin typeface="Arial"/>
                <a:ea typeface="ＭＳ Ｐゴシック"/>
              </a:rPr>
              <a:t>(ISC)</a:t>
            </a:r>
            <a:r>
              <a:rPr b="0" lang="en-US" sz="2000" strike="noStrike" u="none" baseline="30000">
                <a:solidFill>
                  <a:schemeClr val="dk1"/>
                </a:solidFill>
                <a:effectLst/>
                <a:uFillTx/>
                <a:latin typeface="Arial"/>
                <a:ea typeface="ＭＳ Ｐゴシック"/>
              </a:rPr>
              <a:t>2</a:t>
            </a:r>
            <a:r>
              <a:rPr b="0" lang="en-US" sz="2000" strike="noStrike" u="none">
                <a:solidFill>
                  <a:schemeClr val="dk1"/>
                </a:solidFill>
                <a:effectLst/>
                <a:uFillTx/>
                <a:latin typeface="Arial"/>
                <a:ea typeface="ＭＳ Ｐゴシック"/>
              </a:rPr>
              <a:t>: International Information Systems Security Certification Consortium</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Technology Certifications (2 of 8)</a:t>
            </a:r>
            <a:endParaRPr b="0" lang="en-US" sz="3600" strike="noStrike" u="none">
              <a:solidFill>
                <a:schemeClr val="dk1"/>
              </a:solidFill>
              <a:effectLst/>
              <a:uFillTx/>
              <a:latin typeface="Arial"/>
            </a:endParaRPr>
          </a:p>
        </p:txBody>
      </p:sp>
      <p:sp>
        <p:nvSpPr>
          <p:cNvPr id="255"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Application Software Certifications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Corporate trainers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Help desk specialists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Office managers/workers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Technology sales representatives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Technology teachers</a:t>
            </a:r>
            <a:endParaRPr b="0" lang="en-US" sz="24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Technology Certifications (3 of 8)</a:t>
            </a:r>
            <a:endParaRPr b="0" lang="en-US" sz="3600" strike="noStrike" u="none">
              <a:solidFill>
                <a:schemeClr val="dk1"/>
              </a:solidFill>
              <a:effectLst/>
              <a:uFillTx/>
              <a:latin typeface="Arial"/>
            </a:endParaRPr>
          </a:p>
        </p:txBody>
      </p:sp>
      <p:sp>
        <p:nvSpPr>
          <p:cNvPr id="257"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Data Analysis and Database Certifications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Data scientist</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Database administrators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Database analysts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Digital forensics examiners</a:t>
            </a:r>
            <a:endParaRPr b="0" lang="en-US" sz="24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Technology Certifications (4 of 8)</a:t>
            </a:r>
            <a:endParaRPr b="0" lang="en-US" sz="3600" strike="noStrike" u="none">
              <a:solidFill>
                <a:schemeClr val="dk1"/>
              </a:solidFill>
              <a:effectLst/>
              <a:uFillTx/>
              <a:latin typeface="Arial"/>
            </a:endParaRPr>
          </a:p>
        </p:txBody>
      </p:sp>
      <p:sp>
        <p:nvSpPr>
          <p:cNvPr id="259"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Hardware Certifications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Cable installation technicians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Computer repair technicians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Corporate trainers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Help desk specialists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IT consultants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System engineers and administrators</a:t>
            </a:r>
            <a:endParaRPr b="0" lang="en-US" sz="24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Technology Certifications (5 of 8)</a:t>
            </a:r>
            <a:endParaRPr b="0" lang="en-US" sz="3600" strike="noStrike" u="none">
              <a:solidFill>
                <a:schemeClr val="dk1"/>
              </a:solidFill>
              <a:effectLst/>
              <a:uFillTx/>
              <a:latin typeface="Arial"/>
            </a:endParaRPr>
          </a:p>
        </p:txBody>
      </p:sp>
      <p:sp>
        <p:nvSpPr>
          <p:cNvPr id="261"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Networking Certifications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Hardware service technicians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IT consultants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Network managers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Network engineers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System administrators</a:t>
            </a:r>
            <a:endParaRPr b="0" lang="en-US" sz="24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Technology Certifications (6 of 8)</a:t>
            </a:r>
            <a:endParaRPr b="0" lang="en-US" sz="3600" strike="noStrike" u="none">
              <a:solidFill>
                <a:schemeClr val="dk1"/>
              </a:solidFill>
              <a:effectLst/>
              <a:uFillTx/>
              <a:latin typeface="Arial"/>
            </a:endParaRPr>
          </a:p>
        </p:txBody>
      </p:sp>
      <p:sp>
        <p:nvSpPr>
          <p:cNvPr id="263"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Operating System Certifications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Hardware technicians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Help desk specialists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Network administrators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IT consultants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System administrators</a:t>
            </a:r>
            <a:endParaRPr b="0" lang="en-US" sz="24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Technology Certifications (7 of 8)</a:t>
            </a:r>
            <a:endParaRPr b="0" lang="en-US" sz="3600" strike="noStrike" u="none">
              <a:solidFill>
                <a:schemeClr val="dk1"/>
              </a:solidFill>
              <a:effectLst/>
              <a:uFillTx/>
              <a:latin typeface="Arial"/>
            </a:endParaRPr>
          </a:p>
        </p:txBody>
      </p:sp>
      <p:sp>
        <p:nvSpPr>
          <p:cNvPr id="265"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Program/Developer Certifications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Game developers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IT consultants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Mobile application developers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Project leaders/managers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Systems analyst</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Web developers</a:t>
            </a:r>
            <a:endParaRPr b="0" lang="en-US" sz="24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Technology Certifications (8 of 8)</a:t>
            </a:r>
            <a:endParaRPr b="0" lang="en-US" sz="3600" strike="noStrike" u="none">
              <a:solidFill>
                <a:schemeClr val="dk1"/>
              </a:solidFill>
              <a:effectLst/>
              <a:uFillTx/>
              <a:latin typeface="Arial"/>
            </a:endParaRPr>
          </a:p>
        </p:txBody>
      </p:sp>
      <p:sp>
        <p:nvSpPr>
          <p:cNvPr id="267"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Security Certifications</a:t>
            </a:r>
            <a:endParaRPr b="0" lang="en-US" sz="28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Information security officers and managers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Law enforcement officials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Military intelligence officers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Network administrators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Wireless network administrators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Network security specialists</a:t>
            </a:r>
            <a:endParaRPr b="0" lang="en-US" sz="2400" strike="noStrike" u="none">
              <a:solidFill>
                <a:schemeClr val="dk1"/>
              </a:solidFill>
              <a:effectLst/>
              <a:uFillTx/>
              <a:latin typeface="Arial"/>
            </a:endParaRPr>
          </a:p>
          <a:p>
            <a:pPr lvl="1" marL="743040" indent="-285840">
              <a:lnSpc>
                <a:spcPct val="100000"/>
              </a:lnSpc>
              <a:spcBef>
                <a:spcPts val="479"/>
              </a:spcBef>
              <a:buClr>
                <a:srgbClr val="8a288f"/>
              </a:buClr>
              <a:buFont typeface="Arial"/>
              <a:buChar char="–"/>
            </a:pPr>
            <a:r>
              <a:rPr b="0" lang="en-US" sz="2400" strike="noStrike" u="none">
                <a:solidFill>
                  <a:schemeClr val="dk1"/>
                </a:solidFill>
                <a:effectLst/>
                <a:uFillTx/>
                <a:latin typeface="Arial"/>
                <a:ea typeface="Verdana"/>
              </a:rPr>
              <a:t>Security administrators</a:t>
            </a:r>
            <a:endParaRPr b="0" lang="en-US" sz="24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Job Searching and Career Planning (1 of 2)</a:t>
            </a:r>
            <a:endParaRPr b="0" lang="en-US" sz="3600" strike="noStrike" u="none">
              <a:solidFill>
                <a:schemeClr val="dk1"/>
              </a:solidFill>
              <a:effectLst/>
              <a:uFillTx/>
              <a:latin typeface="Arial"/>
            </a:endParaRPr>
          </a:p>
        </p:txBody>
      </p:sp>
      <p:sp>
        <p:nvSpPr>
          <p:cNvPr id="269"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Many job opportunities may exist in your industry, so it is important to narrow down the available jobs to ones for which you are qualified and in which you are interested</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Tools at your disposal include the career service department at your school, career planning websites, and online social networks</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Whether you are seeking a new job or currently are employed, you may find a career planning website useful</a:t>
            </a:r>
            <a:endParaRPr b="0" lang="en-US" sz="2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0" name="Picture 2" descr="A screenshot shows the Illinois State University website with various photos and information."/>
          <p:cNvPicPr/>
          <p:nvPr/>
        </p:nvPicPr>
        <p:blipFill>
          <a:blip r:embed="rId1"/>
          <a:stretch/>
        </p:blipFill>
        <p:spPr>
          <a:xfrm>
            <a:off x="188280" y="0"/>
            <a:ext cx="7470360" cy="5486040"/>
          </a:xfrm>
          <a:prstGeom prst="rect">
            <a:avLst/>
          </a:prstGeom>
          <a:noFill/>
          <a:ln w="0">
            <a:noFill/>
          </a:ln>
        </p:spPr>
      </p:pic>
      <p:sp>
        <p:nvSpPr>
          <p:cNvPr id="271" name="PlaceHolder 1"/>
          <p:cNvSpPr>
            <a:spLocks noGrp="1"/>
          </p:cNvSpPr>
          <p:nvPr>
            <p:ph/>
          </p:nvPr>
        </p:nvSpPr>
        <p:spPr>
          <a:xfrm>
            <a:off x="533520" y="5410080"/>
            <a:ext cx="8017920" cy="914040"/>
          </a:xfrm>
          <a:prstGeom prst="rect">
            <a:avLst/>
          </a:prstGeom>
          <a:noFill/>
          <a:ln w="0">
            <a:noFill/>
          </a:ln>
        </p:spPr>
        <p:txBody>
          <a:bodyPr numCol="1" spcCol="0" lIns="91440" rIns="91440" tIns="45720" bIns="45720" anchor="t">
            <a:noAutofit/>
          </a:bodyPr>
          <a:p>
            <a:pPr indent="0">
              <a:lnSpc>
                <a:spcPct val="100000"/>
              </a:lnSpc>
              <a:spcBef>
                <a:spcPts val="320"/>
              </a:spcBef>
              <a:buNone/>
              <a:tabLst>
                <a:tab algn="l" pos="0"/>
              </a:tabLst>
            </a:pPr>
            <a:r>
              <a:rPr b="1" lang="en-US" sz="1600" strike="noStrike" u="none">
                <a:solidFill>
                  <a:schemeClr val="dk1"/>
                </a:solidFill>
                <a:effectLst/>
                <a:uFillTx/>
                <a:latin typeface="Arial"/>
                <a:ea typeface="Verdana"/>
              </a:rPr>
              <a:t>Figure 12-13 </a:t>
            </a:r>
            <a:r>
              <a:rPr b="0" lang="en-US" sz="1600" strike="noStrike" u="none">
                <a:solidFill>
                  <a:schemeClr val="dk1"/>
                </a:solidFill>
                <a:effectLst/>
                <a:uFillTx/>
                <a:latin typeface="Arial"/>
                <a:ea typeface="Verdana"/>
              </a:rPr>
              <a:t>A college or university career services website, such as the Illinois</a:t>
            </a:r>
            <a:endParaRPr b="0" lang="en-US" sz="1600" strike="noStrike" u="none">
              <a:solidFill>
                <a:schemeClr val="dk1"/>
              </a:solidFill>
              <a:effectLst/>
              <a:uFillTx/>
              <a:latin typeface="Arial"/>
            </a:endParaRPr>
          </a:p>
          <a:p>
            <a:pPr indent="0">
              <a:lnSpc>
                <a:spcPct val="100000"/>
              </a:lnSpc>
              <a:spcBef>
                <a:spcPts val="320"/>
              </a:spcBef>
              <a:buNone/>
              <a:tabLst>
                <a:tab algn="l" pos="0"/>
              </a:tabLst>
            </a:pPr>
            <a:r>
              <a:rPr b="0" lang="en-US" sz="1600" strike="noStrike" u="none">
                <a:solidFill>
                  <a:schemeClr val="dk1"/>
                </a:solidFill>
                <a:effectLst/>
                <a:uFillTx/>
                <a:latin typeface="Arial"/>
                <a:ea typeface="Verdana"/>
              </a:rPr>
              <a:t>State University one shown here, provides helpful career planning information.</a:t>
            </a:r>
            <a:endParaRPr b="0" lang="en-US" sz="1600" strike="noStrike" u="none">
              <a:solidFill>
                <a:schemeClr val="dk1"/>
              </a:solidFill>
              <a:effectLst/>
              <a:uFillTx/>
              <a:latin typeface="Arial"/>
            </a:endParaRPr>
          </a:p>
          <a:p>
            <a:pPr indent="0">
              <a:lnSpc>
                <a:spcPct val="100000"/>
              </a:lnSpc>
              <a:spcBef>
                <a:spcPts val="320"/>
              </a:spcBef>
              <a:buNone/>
              <a:tabLst>
                <a:tab algn="l" pos="0"/>
              </a:tabLst>
            </a:pPr>
            <a:r>
              <a:rPr b="0" lang="en-US" sz="1600" strike="noStrike" u="none">
                <a:solidFill>
                  <a:schemeClr val="dk1"/>
                </a:solidFill>
                <a:effectLst/>
                <a:uFillTx/>
                <a:latin typeface="Arial"/>
                <a:ea typeface="Verdana"/>
              </a:rPr>
              <a:t>Source: Illinois State University</a:t>
            </a:r>
            <a:endParaRPr b="0" lang="en-US" sz="16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buNone/>
            </a:pPr>
            <a:endParaRPr b="0" lang="en-US" sz="3600" strike="noStrike" u="none">
              <a:solidFill>
                <a:schemeClr val="lt1"/>
              </a:solidFill>
              <a:effectLst/>
              <a:uFillTx/>
              <a:latin typeface="Arial"/>
            </a:endParaRPr>
          </a:p>
        </p:txBody>
      </p:sp>
      <p:sp>
        <p:nvSpPr>
          <p:cNvPr id="273" name="PlaceHolder 2"/>
          <p:cNvSpPr>
            <a:spLocks noGrp="1"/>
          </p:cNvSpPr>
          <p:nvPr>
            <p:ph/>
          </p:nvPr>
        </p:nvSpPr>
        <p:spPr>
          <a:xfrm>
            <a:off x="152280" y="1600200"/>
            <a:ext cx="8838720" cy="4647960"/>
          </a:xfrm>
          <a:prstGeom prst="rect">
            <a:avLst/>
          </a:prstGeom>
          <a:noFill/>
          <a:ln w="0">
            <a:noFill/>
          </a:ln>
        </p:spPr>
        <p:txBody>
          <a:bodyPr numCol="1" spcCol="0" lIns="91440" rIns="91440" tIns="45720" bIns="45720" anchor="t">
            <a:noAutofit/>
          </a:bodyPr>
          <a:p>
            <a:pPr indent="0">
              <a:spcBef>
                <a:spcPts val="1417"/>
              </a:spcBef>
              <a:buNone/>
            </a:pPr>
            <a:endParaRPr b="0" lang="en-US" sz="2600" strike="noStrike" u="none">
              <a:solidFill>
                <a:schemeClr val="dk1"/>
              </a:solidFill>
              <a:effectLst/>
              <a:uFillTx/>
              <a:latin typeface="Arial"/>
              <a:ea typeface="Verdana"/>
            </a:endParaRPr>
          </a:p>
        </p:txBody>
      </p:sp>
      <p:sp>
        <p:nvSpPr>
          <p:cNvPr id="274" name="PlaceHolder 3"/>
          <p:cNvSpPr>
            <a:spLocks noGrp="1"/>
          </p:cNvSpPr>
          <p:nvPr>
            <p:ph/>
          </p:nvPr>
        </p:nvSpPr>
        <p:spPr>
          <a:xfrm>
            <a:off x="152280" y="6400800"/>
            <a:ext cx="1676160" cy="456840"/>
          </a:xfrm>
          <a:prstGeom prst="rect">
            <a:avLst/>
          </a:prstGeom>
          <a:noFill/>
          <a:ln w="0">
            <a:noFill/>
          </a:ln>
        </p:spPr>
        <p:txBody>
          <a:bodyPr numCol="1" spcCol="0" lIns="91440" rIns="91440" tIns="45720" bIns="45720" anchor="t">
            <a:noAutofit/>
          </a:bodyPr>
          <a:p>
            <a:pPr indent="0">
              <a:spcBef>
                <a:spcPts val="1417"/>
              </a:spcBef>
              <a:buNone/>
            </a:pPr>
            <a:endParaRPr b="0" lang="en-US" sz="1200" strike="noStrike" u="none">
              <a:solidFill>
                <a:schemeClr val="dk1"/>
              </a:solidFill>
              <a:effectLst/>
              <a:uFillTx/>
              <a:latin typeface="Arial"/>
              <a:ea typeface="Verdana"/>
            </a:endParaRPr>
          </a:p>
        </p:txBody>
      </p:sp>
      <p:pic>
        <p:nvPicPr>
          <p:cNvPr id="275" name="Picture 2" descr=""/>
          <p:cNvPicPr/>
          <p:nvPr/>
        </p:nvPicPr>
        <p:blipFill>
          <a:blip r:embed="rId1"/>
          <a:stretch/>
        </p:blipFill>
        <p:spPr>
          <a:xfrm>
            <a:off x="0" y="0"/>
            <a:ext cx="9143640" cy="6766560"/>
          </a:xfrm>
          <a:prstGeom prst="rect">
            <a:avLst/>
          </a:prstGeom>
          <a:noFill/>
          <a:ln w="0">
            <a:noFill/>
          </a:ln>
        </p:spPr>
      </p:pic>
    </p:spTree>
  </p:cSld>
  <p:transition>
    <p:fade/>
  </p:transition>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buNone/>
            </a:pPr>
            <a:endParaRPr b="0" lang="en-US" sz="3600" strike="noStrike" u="none">
              <a:solidFill>
                <a:schemeClr val="lt1"/>
              </a:solidFill>
              <a:effectLst/>
              <a:uFillTx/>
              <a:latin typeface="Arial"/>
            </a:endParaRPr>
          </a:p>
        </p:txBody>
      </p:sp>
      <p:sp>
        <p:nvSpPr>
          <p:cNvPr id="277" name="PlaceHolder 2"/>
          <p:cNvSpPr>
            <a:spLocks noGrp="1"/>
          </p:cNvSpPr>
          <p:nvPr>
            <p:ph/>
          </p:nvPr>
        </p:nvSpPr>
        <p:spPr>
          <a:xfrm>
            <a:off x="152280" y="1600200"/>
            <a:ext cx="8838720" cy="4647960"/>
          </a:xfrm>
          <a:prstGeom prst="rect">
            <a:avLst/>
          </a:prstGeom>
          <a:noFill/>
          <a:ln w="0">
            <a:noFill/>
          </a:ln>
        </p:spPr>
        <p:txBody>
          <a:bodyPr numCol="1" spcCol="0" lIns="91440" rIns="91440" tIns="45720" bIns="45720" anchor="t">
            <a:noAutofit/>
          </a:bodyPr>
          <a:p>
            <a:pPr indent="0">
              <a:spcBef>
                <a:spcPts val="1417"/>
              </a:spcBef>
              <a:buNone/>
            </a:pPr>
            <a:endParaRPr b="0" lang="en-US" sz="2600" strike="noStrike" u="none">
              <a:solidFill>
                <a:schemeClr val="dk1"/>
              </a:solidFill>
              <a:effectLst/>
              <a:uFillTx/>
              <a:latin typeface="Arial"/>
              <a:ea typeface="Verdana"/>
            </a:endParaRPr>
          </a:p>
        </p:txBody>
      </p:sp>
      <p:sp>
        <p:nvSpPr>
          <p:cNvPr id="278" name="PlaceHolder 3"/>
          <p:cNvSpPr>
            <a:spLocks noGrp="1"/>
          </p:cNvSpPr>
          <p:nvPr>
            <p:ph/>
          </p:nvPr>
        </p:nvSpPr>
        <p:spPr>
          <a:xfrm>
            <a:off x="152280" y="6400800"/>
            <a:ext cx="1676160" cy="456840"/>
          </a:xfrm>
          <a:prstGeom prst="rect">
            <a:avLst/>
          </a:prstGeom>
          <a:noFill/>
          <a:ln w="0">
            <a:noFill/>
          </a:ln>
        </p:spPr>
        <p:txBody>
          <a:bodyPr numCol="1" spcCol="0" lIns="91440" rIns="91440" tIns="45720" bIns="45720" anchor="t">
            <a:noAutofit/>
          </a:bodyPr>
          <a:p>
            <a:pPr indent="0">
              <a:spcBef>
                <a:spcPts val="1417"/>
              </a:spcBef>
              <a:buNone/>
            </a:pPr>
            <a:endParaRPr b="0" lang="en-US" sz="1200" strike="noStrike" u="none">
              <a:solidFill>
                <a:schemeClr val="dk1"/>
              </a:solidFill>
              <a:effectLst/>
              <a:uFillTx/>
              <a:latin typeface="Arial"/>
              <a:ea typeface="Verdana"/>
            </a:endParaRPr>
          </a:p>
        </p:txBody>
      </p:sp>
      <p:pic>
        <p:nvPicPr>
          <p:cNvPr id="279" name="Picture 2" descr=""/>
          <p:cNvPicPr/>
          <p:nvPr/>
        </p:nvPicPr>
        <p:blipFill>
          <a:blip r:embed="rId1"/>
          <a:stretch/>
        </p:blipFill>
        <p:spPr>
          <a:xfrm>
            <a:off x="0" y="0"/>
            <a:ext cx="9143640" cy="5660640"/>
          </a:xfrm>
          <a:prstGeom prst="rect">
            <a:avLst/>
          </a:prstGeom>
          <a:noFill/>
          <a:ln w="0">
            <a:noFill/>
          </a:ln>
        </p:spPr>
      </p:pic>
    </p:spTree>
  </p:cSld>
  <p:transition>
    <p:fade/>
  </p:transition>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457200" y="27000"/>
            <a:ext cx="8229240" cy="1039320"/>
          </a:xfrm>
          <a:prstGeom prst="rect">
            <a:avLst/>
          </a:prstGeom>
          <a:noFill/>
          <a:ln w="0">
            <a:noFill/>
          </a:ln>
        </p:spPr>
        <p:txBody>
          <a:bodyPr numCol="1" spcCol="0" lIns="91440" rIns="91440" tIns="45720" bIns="45720" anchor="ctr">
            <a:noAutofit/>
          </a:bodyPr>
          <a:p>
            <a:pPr indent="0">
              <a:buNone/>
            </a:pPr>
            <a:endParaRPr b="0" lang="en-US" sz="3600" strike="noStrike" u="none">
              <a:solidFill>
                <a:schemeClr val="lt1"/>
              </a:solidFill>
              <a:effectLst/>
              <a:uFillTx/>
              <a:latin typeface="Arial"/>
            </a:endParaRPr>
          </a:p>
        </p:txBody>
      </p:sp>
      <p:sp>
        <p:nvSpPr>
          <p:cNvPr id="281" name="PlaceHolder 2"/>
          <p:cNvSpPr>
            <a:spLocks noGrp="1"/>
          </p:cNvSpPr>
          <p:nvPr>
            <p:ph/>
          </p:nvPr>
        </p:nvSpPr>
        <p:spPr>
          <a:xfrm>
            <a:off x="152280" y="1600200"/>
            <a:ext cx="8838720" cy="4647960"/>
          </a:xfrm>
          <a:prstGeom prst="rect">
            <a:avLst/>
          </a:prstGeom>
          <a:noFill/>
          <a:ln w="0">
            <a:noFill/>
          </a:ln>
        </p:spPr>
        <p:txBody>
          <a:bodyPr numCol="1" spcCol="0" lIns="91440" rIns="91440" tIns="45720" bIns="45720" anchor="t">
            <a:noAutofit/>
          </a:bodyPr>
          <a:p>
            <a:pPr indent="0">
              <a:spcBef>
                <a:spcPts val="1417"/>
              </a:spcBef>
              <a:buNone/>
            </a:pPr>
            <a:endParaRPr b="0" lang="en-US" sz="2600" strike="noStrike" u="none">
              <a:solidFill>
                <a:schemeClr val="dk1"/>
              </a:solidFill>
              <a:effectLst/>
              <a:uFillTx/>
              <a:latin typeface="Arial"/>
              <a:ea typeface="Verdana"/>
            </a:endParaRPr>
          </a:p>
        </p:txBody>
      </p:sp>
      <p:sp>
        <p:nvSpPr>
          <p:cNvPr id="282" name="PlaceHolder 3"/>
          <p:cNvSpPr>
            <a:spLocks noGrp="1"/>
          </p:cNvSpPr>
          <p:nvPr>
            <p:ph/>
          </p:nvPr>
        </p:nvSpPr>
        <p:spPr>
          <a:xfrm>
            <a:off x="152280" y="6400800"/>
            <a:ext cx="1676160" cy="456840"/>
          </a:xfrm>
          <a:prstGeom prst="rect">
            <a:avLst/>
          </a:prstGeom>
          <a:noFill/>
          <a:ln w="0">
            <a:noFill/>
          </a:ln>
        </p:spPr>
        <p:txBody>
          <a:bodyPr numCol="1" spcCol="0" lIns="91440" rIns="91440" tIns="45720" bIns="45720" anchor="t">
            <a:noAutofit/>
          </a:bodyPr>
          <a:p>
            <a:pPr indent="0">
              <a:spcBef>
                <a:spcPts val="1417"/>
              </a:spcBef>
              <a:buNone/>
            </a:pPr>
            <a:endParaRPr b="0" lang="en-US" sz="1200" strike="noStrike" u="none">
              <a:solidFill>
                <a:schemeClr val="dk1"/>
              </a:solidFill>
              <a:effectLst/>
              <a:uFillTx/>
              <a:latin typeface="Arial"/>
              <a:ea typeface="Verdana"/>
            </a:endParaRPr>
          </a:p>
        </p:txBody>
      </p:sp>
      <p:pic>
        <p:nvPicPr>
          <p:cNvPr id="283" name="Picture 2" descr=""/>
          <p:cNvPicPr/>
          <p:nvPr/>
        </p:nvPicPr>
        <p:blipFill>
          <a:blip r:embed="rId1"/>
          <a:stretch/>
        </p:blipFill>
        <p:spPr>
          <a:xfrm>
            <a:off x="0" y="0"/>
            <a:ext cx="7619760" cy="6861600"/>
          </a:xfrm>
          <a:prstGeom prst="rect">
            <a:avLst/>
          </a:prstGeom>
          <a:noFill/>
          <a:ln w="0">
            <a:noFill/>
          </a:ln>
        </p:spPr>
      </p:pic>
    </p:spTree>
  </p:cSld>
  <p:transition>
    <p:fade/>
  </p:transition>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45720" y="23040"/>
            <a:ext cx="9052200" cy="1142640"/>
          </a:xfrm>
          <a:prstGeom prst="rect">
            <a:avLst/>
          </a:prstGeom>
          <a:solidFill>
            <a:srgbClr val="8a288f"/>
          </a:solidFill>
          <a:ln w="0">
            <a:noFill/>
          </a:ln>
        </p:spPr>
        <p:txBody>
          <a:bodyPr numCol="1" spcCol="0" lIns="91440" rIns="91440" tIns="45720" bIns="45720" anchor="ctr">
            <a:noAutofit/>
          </a:bodyPr>
          <a:p>
            <a:pPr indent="0" algn="ctr">
              <a:lnSpc>
                <a:spcPct val="100000"/>
              </a:lnSpc>
              <a:buNone/>
            </a:pPr>
            <a:r>
              <a:rPr b="0" lang="en-US" sz="3600" strike="noStrike" u="none">
                <a:solidFill>
                  <a:schemeClr val="lt1"/>
                </a:solidFill>
                <a:effectLst/>
                <a:uFillTx/>
                <a:latin typeface="Arial"/>
                <a:ea typeface="Verdana"/>
              </a:rPr>
              <a:t>Summary</a:t>
            </a:r>
            <a:endParaRPr b="0" lang="en-US" sz="3600" strike="noStrike" u="none">
              <a:solidFill>
                <a:schemeClr val="dk1"/>
              </a:solidFill>
              <a:effectLst/>
              <a:uFillTx/>
              <a:latin typeface="Arial"/>
            </a:endParaRPr>
          </a:p>
        </p:txBody>
      </p:sp>
      <p:sp>
        <p:nvSpPr>
          <p:cNvPr id="285" name="PlaceHolder 2"/>
          <p:cNvSpPr>
            <a:spLocks noGrp="1"/>
          </p:cNvSpPr>
          <p:nvPr>
            <p:ph/>
          </p:nvPr>
        </p:nvSpPr>
        <p:spPr>
          <a:xfrm>
            <a:off x="228600" y="1371600"/>
            <a:ext cx="8762760" cy="47541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Information systems in an enterprise</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Various technology career fields and specific technology jobs</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Technology certifications</a:t>
            </a:r>
            <a:endParaRPr b="0" lang="en-US" sz="2800" strike="noStrike" u="none">
              <a:solidFill>
                <a:schemeClr val="dk1"/>
              </a:solidFill>
              <a:effectLst/>
              <a:uFillTx/>
              <a:latin typeface="Arial"/>
            </a:endParaRPr>
          </a:p>
          <a:p>
            <a:pPr marL="343080" indent="-343080">
              <a:lnSpc>
                <a:spcPct val="100000"/>
              </a:lnSpc>
              <a:spcBef>
                <a:spcPts val="561"/>
              </a:spcBef>
              <a:buClr>
                <a:srgbClr val="8a288f"/>
              </a:buClr>
              <a:buFont typeface="Arial"/>
              <a:buChar char="•"/>
            </a:pPr>
            <a:r>
              <a:rPr b="0" lang="en-US" sz="2800" strike="noStrike" u="none">
                <a:solidFill>
                  <a:schemeClr val="dk1"/>
                </a:solidFill>
                <a:effectLst/>
                <a:uFillTx/>
                <a:latin typeface="Arial"/>
                <a:ea typeface="Verdana"/>
              </a:rPr>
              <a:t>How to begin a job search and create a professional online presence</a:t>
            </a:r>
            <a:endParaRPr b="0" lang="en-US" sz="2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hoeger_14e_ch02">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hoeger_14e_ch02</Template>
  <TotalTime>1383</TotalTime>
  <Application>LibreOffice/25.8.3.2$Linux_X86_64 LibreOffice_project/580$Build-2</Application>
  <AppVersion>15.0000</AppVersion>
  <Words>2879</Words>
  <Paragraphs>433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2017-04-26T06:01:50Z</dcterms:created>
  <dc:creator>Vermaat</dc:creator>
  <dc:description/>
  <dc:language>en-US</dc:language>
  <cp:lastModifiedBy>fuh</cp:lastModifiedBy>
  <dcterms:modified xsi:type="dcterms:W3CDTF">2019-08-12T06:37:42Z</dcterms:modified>
  <cp:revision>301</cp:revision>
  <dc:subject/>
  <dc:title>Module 12 Working in the Enterprise: Systems, Certifications, and Careers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如螢幕大小 (4:3)</vt:lpwstr>
  </property>
  <property fmtid="{D5CDD505-2E9C-101B-9397-08002B2CF9AE}" pid="4" name="Slides">
    <vt:i4>54</vt:i4>
  </property>
</Properties>
</file>